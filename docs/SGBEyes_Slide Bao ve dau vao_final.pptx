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492" r:id="rId2"/>
    <p:sldId id="496" r:id="rId3"/>
    <p:sldId id="484" r:id="rId4"/>
    <p:sldId id="485" r:id="rId5"/>
    <p:sldId id="491" r:id="rId6"/>
    <p:sldId id="493" r:id="rId7"/>
    <p:sldId id="494" r:id="rId8"/>
    <p:sldId id="442" r:id="rId9"/>
    <p:sldId id="443" r:id="rId10"/>
    <p:sldId id="445" r:id="rId11"/>
    <p:sldId id="446" r:id="rId12"/>
    <p:sldId id="444" r:id="rId13"/>
    <p:sldId id="495" r:id="rId14"/>
    <p:sldId id="486" r:id="rId15"/>
    <p:sldId id="448" r:id="rId16"/>
    <p:sldId id="468" r:id="rId17"/>
    <p:sldId id="469" r:id="rId18"/>
    <p:sldId id="453" r:id="rId19"/>
    <p:sldId id="476" r:id="rId20"/>
    <p:sldId id="477" r:id="rId21"/>
    <p:sldId id="421" r:id="rId22"/>
    <p:sldId id="480" r:id="rId23"/>
    <p:sldId id="479" r:id="rId24"/>
    <p:sldId id="490" r:id="rId25"/>
    <p:sldId id="481" r:id="rId26"/>
    <p:sldId id="428" r:id="rId27"/>
    <p:sldId id="457" r:id="rId28"/>
    <p:sldId id="435" r:id="rId29"/>
    <p:sldId id="458" r:id="rId30"/>
    <p:sldId id="482" r:id="rId31"/>
    <p:sldId id="455" r:id="rId32"/>
    <p:sldId id="441" r:id="rId33"/>
    <p:sldId id="275" r:id="rId34"/>
  </p:sldIdLst>
  <p:sldSz cx="9144000" cy="6858000" type="screen4x3"/>
  <p:notesSz cx="7102475" cy="8991600"/>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3366CC"/>
    <a:srgbClr val="A50021"/>
    <a:srgbClr val="CC3300"/>
    <a:srgbClr val="CC0000"/>
    <a:srgbClr val="9F2936"/>
    <a:srgbClr val="6699FF"/>
    <a:srgbClr val="FF9900"/>
    <a:srgbClr val="3399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71" autoAdjust="0"/>
    <p:restoredTop sz="93792" autoAdjust="0"/>
  </p:normalViewPr>
  <p:slideViewPr>
    <p:cSldViewPr>
      <p:cViewPr varScale="1">
        <p:scale>
          <a:sx n="59" d="100"/>
          <a:sy n="59" d="100"/>
        </p:scale>
        <p:origin x="168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74"/>
    </p:cViewPr>
  </p:sorterViewPr>
  <p:notesViewPr>
    <p:cSldViewPr>
      <p:cViewPr varScale="1">
        <p:scale>
          <a:sx n="56" d="100"/>
          <a:sy n="56" d="100"/>
        </p:scale>
        <p:origin x="2814"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3" name="Rectangle 3"/>
          <p:cNvSpPr>
            <a:spLocks noGrp="1" noChangeArrowheads="1"/>
          </p:cNvSpPr>
          <p:nvPr>
            <p:ph type="dt" sz="quarter" idx="1"/>
          </p:nvPr>
        </p:nvSpPr>
        <p:spPr bwMode="auto">
          <a:xfrm>
            <a:off x="4022725" y="0"/>
            <a:ext cx="3078163" cy="4492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12644" name="Rectangle 4"/>
          <p:cNvSpPr>
            <a:spLocks noGrp="1" noChangeArrowheads="1"/>
          </p:cNvSpPr>
          <p:nvPr>
            <p:ph type="ftr" sz="quarter" idx="2"/>
          </p:nvPr>
        </p:nvSpPr>
        <p:spPr bwMode="auto">
          <a:xfrm>
            <a:off x="0" y="8540750"/>
            <a:ext cx="3078163" cy="4492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112645" name="Rectangle 5"/>
          <p:cNvSpPr>
            <a:spLocks noGrp="1" noChangeArrowheads="1"/>
          </p:cNvSpPr>
          <p:nvPr>
            <p:ph type="sldNum" sz="quarter" idx="3"/>
          </p:nvPr>
        </p:nvSpPr>
        <p:spPr bwMode="auto">
          <a:xfrm>
            <a:off x="4022725" y="8540750"/>
            <a:ext cx="3078163" cy="4492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13FDBAD-6EBB-42ED-9295-2B86B08A8BE6}" type="slidenum">
              <a:rPr lang="en-US"/>
              <a:pPr>
                <a:defRPr/>
              </a:pPr>
              <a:t>‹#›</a:t>
            </a:fld>
            <a:endParaRPr lang="en-US"/>
          </a:p>
        </p:txBody>
      </p:sp>
      <p:sp>
        <p:nvSpPr>
          <p:cNvPr id="2" name="Header Placeholder 1">
            <a:extLst>
              <a:ext uri="{FF2B5EF4-FFF2-40B4-BE49-F238E27FC236}">
                <a16:creationId xmlns:a16="http://schemas.microsoft.com/office/drawing/2014/main" id="{9A2EEE28-4EE5-442C-9AC0-7E8A21F07883}"/>
              </a:ext>
            </a:extLst>
          </p:cNvPr>
          <p:cNvSpPr>
            <a:spLocks noGrp="1"/>
          </p:cNvSpPr>
          <p:nvPr>
            <p:ph type="hdr" sz="quarter"/>
          </p:nvPr>
        </p:nvSpPr>
        <p:spPr>
          <a:xfrm>
            <a:off x="0" y="0"/>
            <a:ext cx="3078163" cy="450850"/>
          </a:xfrm>
          <a:prstGeom prst="rect">
            <a:avLst/>
          </a:prstGeom>
        </p:spPr>
        <p:txBody>
          <a:bodyPr vert="horz" lIns="91440" tIns="45720" rIns="91440" bIns="45720" rtlCol="0"/>
          <a:lstStyle>
            <a:lvl1pPr algn="l">
              <a:defRPr sz="1200"/>
            </a:lvl1pPr>
          </a:lstStyle>
          <a:p>
            <a:endParaRPr lang="en-US"/>
          </a:p>
        </p:txBody>
      </p:sp>
    </p:spTree>
    <p:extLst>
      <p:ext uri="{BB962C8B-B14F-4D97-AF65-F5344CB8AC3E}">
        <p14:creationId xmlns:p14="http://schemas.microsoft.com/office/powerpoint/2010/main" val="27782521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49263"/>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4022725" y="0"/>
            <a:ext cx="3078163" cy="449263"/>
          </a:xfrm>
          <a:prstGeom prst="rect">
            <a:avLst/>
          </a:prstGeom>
        </p:spPr>
        <p:txBody>
          <a:bodyPr vert="horz" lIns="91440" tIns="45720" rIns="91440" bIns="45720" rtlCol="0"/>
          <a:lstStyle>
            <a:lvl1pPr algn="r">
              <a:defRPr sz="1200"/>
            </a:lvl1pPr>
          </a:lstStyle>
          <a:p>
            <a:pPr>
              <a:defRPr/>
            </a:pPr>
            <a:fld id="{D9B0AA65-AE94-415C-B572-5FC5A6541AA2}" type="datetimeFigureOut">
              <a:rPr lang="en-US"/>
              <a:pPr>
                <a:defRPr/>
              </a:pPr>
              <a:t>1/18/2024</a:t>
            </a:fld>
            <a:endParaRPr lang="en-US"/>
          </a:p>
        </p:txBody>
      </p:sp>
      <p:sp>
        <p:nvSpPr>
          <p:cNvPr id="4" name="Slide Image Placeholder 3"/>
          <p:cNvSpPr>
            <a:spLocks noGrp="1" noRot="1" noChangeAspect="1"/>
          </p:cNvSpPr>
          <p:nvPr>
            <p:ph type="sldImg" idx="2"/>
          </p:nvPr>
        </p:nvSpPr>
        <p:spPr>
          <a:xfrm>
            <a:off x="1303338" y="674688"/>
            <a:ext cx="4495800" cy="33718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9613" y="4270375"/>
            <a:ext cx="5683250" cy="40465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540750"/>
            <a:ext cx="3078163" cy="449263"/>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4022725" y="8540750"/>
            <a:ext cx="3078163" cy="449263"/>
          </a:xfrm>
          <a:prstGeom prst="rect">
            <a:avLst/>
          </a:prstGeom>
        </p:spPr>
        <p:txBody>
          <a:bodyPr vert="horz" lIns="91440" tIns="45720" rIns="91440" bIns="45720" rtlCol="0" anchor="b"/>
          <a:lstStyle>
            <a:lvl1pPr algn="r">
              <a:defRPr sz="1200"/>
            </a:lvl1pPr>
          </a:lstStyle>
          <a:p>
            <a:pPr>
              <a:defRPr/>
            </a:pPr>
            <a:fld id="{C7F39D6F-174A-47D2-938C-E6D2227D8618}" type="slidenum">
              <a:rPr lang="en-US"/>
              <a:pPr>
                <a:defRPr/>
              </a:pPr>
              <a:t>‹#›</a:t>
            </a:fld>
            <a:endParaRPr lang="en-US"/>
          </a:p>
        </p:txBody>
      </p:sp>
    </p:spTree>
    <p:extLst>
      <p:ext uri="{BB962C8B-B14F-4D97-AF65-F5344CB8AC3E}">
        <p14:creationId xmlns:p14="http://schemas.microsoft.com/office/powerpoint/2010/main" val="3755305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F6A41AEA-6A43-4E12-B3F8-15BE16049D29}" type="slidenum">
              <a:rPr lang="en-US" smtClean="0"/>
              <a:pPr eaLnBrk="1" hangingPunct="1"/>
              <a:t>1</a:t>
            </a:fld>
            <a:endParaRPr lang="en-US"/>
          </a:p>
        </p:txBody>
      </p:sp>
    </p:spTree>
    <p:extLst>
      <p:ext uri="{BB962C8B-B14F-4D97-AF65-F5344CB8AC3E}">
        <p14:creationId xmlns:p14="http://schemas.microsoft.com/office/powerpoint/2010/main" val="2993017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t>
            </a:r>
            <a:r>
              <a:rPr lang="vi-VN"/>
              <a:t>ính cấp thiết, các nội chung chính và kinh phí đề xuất nhé! </a:t>
            </a:r>
            <a:endParaRPr lang="en-US"/>
          </a:p>
        </p:txBody>
      </p:sp>
      <p:sp>
        <p:nvSpPr>
          <p:cNvPr id="4" name="Slide Number Placeholder 3"/>
          <p:cNvSpPr>
            <a:spLocks noGrp="1"/>
          </p:cNvSpPr>
          <p:nvPr>
            <p:ph type="sldNum" sz="quarter" idx="5"/>
          </p:nvPr>
        </p:nvSpPr>
        <p:spPr/>
        <p:txBody>
          <a:bodyPr/>
          <a:lstStyle/>
          <a:p>
            <a:pPr>
              <a:defRPr/>
            </a:pPr>
            <a:fld id="{C7F39D6F-174A-47D2-938C-E6D2227D8618}" type="slidenum">
              <a:rPr lang="en-US" smtClean="0"/>
              <a:pPr>
                <a:defRPr/>
              </a:pPr>
              <a:t>3</a:t>
            </a:fld>
            <a:endParaRPr lang="en-US"/>
          </a:p>
        </p:txBody>
      </p:sp>
    </p:spTree>
    <p:extLst>
      <p:ext uri="{BB962C8B-B14F-4D97-AF65-F5344CB8AC3E}">
        <p14:creationId xmlns:p14="http://schemas.microsoft.com/office/powerpoint/2010/main" val="2151267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Thành viên thực hiện có thay đổi do 1 số chuyển công tác</a:t>
            </a:r>
          </a:p>
          <a:p>
            <a:r>
              <a:rPr lang="en-US"/>
              <a:t>Thời gian kéo dài</a:t>
            </a:r>
          </a:p>
        </p:txBody>
      </p:sp>
      <p:sp>
        <p:nvSpPr>
          <p:cNvPr id="4" name="Slide Number Placeholder 3"/>
          <p:cNvSpPr>
            <a:spLocks noGrp="1"/>
          </p:cNvSpPr>
          <p:nvPr>
            <p:ph type="sldNum" sz="quarter" idx="5"/>
          </p:nvPr>
        </p:nvSpPr>
        <p:spPr/>
        <p:txBody>
          <a:bodyPr/>
          <a:lstStyle/>
          <a:p>
            <a:pPr>
              <a:defRPr/>
            </a:pPr>
            <a:fld id="{C7F39D6F-174A-47D2-938C-E6D2227D8618}" type="slidenum">
              <a:rPr lang="en-US" smtClean="0"/>
              <a:pPr>
                <a:defRPr/>
              </a:pPr>
              <a:t>5</a:t>
            </a:fld>
            <a:endParaRPr lang="en-US"/>
          </a:p>
        </p:txBody>
      </p:sp>
    </p:spTree>
    <p:extLst>
      <p:ext uri="{BB962C8B-B14F-4D97-AF65-F5344CB8AC3E}">
        <p14:creationId xmlns:p14="http://schemas.microsoft.com/office/powerpoint/2010/main" val="1661258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NKT gặp KK trong học tập và hòa nhập cuộc sống</a:t>
            </a:r>
          </a:p>
          <a:p>
            <a:r>
              <a:rPr lang="en-US" sz="1800">
                <a:solidFill>
                  <a:srgbClr val="000000"/>
                </a:solidFill>
                <a:effectLst/>
                <a:latin typeface="Times New Roman" panose="02020603050405020304" pitchFamily="18" charset="0"/>
                <a:ea typeface="SimSun" panose="02010600030101010101" pitchFamily="2" charset="-122"/>
              </a:rPr>
              <a:t>Cả nước có 58,18% số NKT có việc làm có thể tự nuôi sống mình và đóng góp cho xã hội bằng nhiều ngành nghề khác nhau. </a:t>
            </a:r>
          </a:p>
          <a:p>
            <a:r>
              <a:rPr lang="en-US" sz="1800">
                <a:solidFill>
                  <a:srgbClr val="000000"/>
                </a:solidFill>
                <a:effectLst/>
                <a:latin typeface="Times New Roman" panose="02020603050405020304" pitchFamily="18" charset="0"/>
                <a:ea typeface="SimSun" panose="02010600030101010101" pitchFamily="2" charset="-122"/>
              </a:rPr>
              <a:t>Tỷ lệ NKT có nhu cầu song chưa có việc làm khoảng 30,43%. Do sức khỏe yếu, lại không được học hành đầy đủ (chỉ khoảng 6% NKT học hết bậc THPT, trên 20% có trình độ THCS)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a:solidFill>
                  <a:srgbClr val="000000"/>
                </a:solidFill>
                <a:effectLst/>
                <a:latin typeface="Times New Roman" panose="02020603050405020304" pitchFamily="18" charset="0"/>
                <a:ea typeface="SimSun" panose="02010600030101010101" pitchFamily="2" charset="-122"/>
              </a:rPr>
              <a:t>Do vậy, ứng dụng công nghệ để phát triển các công cụ hỗ trợ người khiếm thị tiếp cận thông tin có ý nghĩa rất lớn. Các công cụ này sẽ giúp họ có khả năng tự lập trong sinh hoạt, học tập để có trình độ cao hơn, dễ dàng hòa nhập với xã hội và nắm bắt các cơ hội việc làm.</a:t>
            </a:r>
            <a:endParaRPr lang="en-US" sz="1800">
              <a:effectLst/>
              <a:latin typeface="Times New Roman" panose="02020603050405020304" pitchFamily="18" charset="0"/>
              <a:ea typeface="SimSun" panose="02010600030101010101" pitchFamily="2" charset="-122"/>
            </a:endParaRPr>
          </a:p>
          <a:p>
            <a:endParaRPr lang="en-US"/>
          </a:p>
        </p:txBody>
      </p:sp>
      <p:sp>
        <p:nvSpPr>
          <p:cNvPr id="4" name="Slide Number Placeholder 3"/>
          <p:cNvSpPr>
            <a:spLocks noGrp="1"/>
          </p:cNvSpPr>
          <p:nvPr>
            <p:ph type="sldNum" sz="quarter" idx="5"/>
          </p:nvPr>
        </p:nvSpPr>
        <p:spPr/>
        <p:txBody>
          <a:bodyPr/>
          <a:lstStyle/>
          <a:p>
            <a:pPr>
              <a:defRPr/>
            </a:pPr>
            <a:fld id="{C7F39D6F-174A-47D2-938C-E6D2227D8618}" type="slidenum">
              <a:rPr lang="en-US" smtClean="0"/>
              <a:pPr>
                <a:defRPr/>
              </a:pPr>
              <a:t>7</a:t>
            </a:fld>
            <a:endParaRPr lang="en-US"/>
          </a:p>
        </p:txBody>
      </p:sp>
    </p:spTree>
    <p:extLst>
      <p:ext uri="{BB962C8B-B14F-4D97-AF65-F5344CB8AC3E}">
        <p14:creationId xmlns:p14="http://schemas.microsoft.com/office/powerpoint/2010/main" val="149888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NC tỏng &amp; ngoài nước</a:t>
            </a:r>
          </a:p>
          <a:p>
            <a:r>
              <a:rPr lang="en-US"/>
              <a:t>Nhu cầu của TP HCM</a:t>
            </a:r>
          </a:p>
        </p:txBody>
      </p:sp>
      <p:sp>
        <p:nvSpPr>
          <p:cNvPr id="4" name="Slide Number Placeholder 3"/>
          <p:cNvSpPr>
            <a:spLocks noGrp="1"/>
          </p:cNvSpPr>
          <p:nvPr>
            <p:ph type="sldNum" sz="quarter" idx="5"/>
          </p:nvPr>
        </p:nvSpPr>
        <p:spPr/>
        <p:txBody>
          <a:bodyPr/>
          <a:lstStyle/>
          <a:p>
            <a:pPr>
              <a:defRPr/>
            </a:pPr>
            <a:fld id="{C7F39D6F-174A-47D2-938C-E6D2227D8618}" type="slidenum">
              <a:rPr lang="en-US" smtClean="0"/>
              <a:pPr>
                <a:defRPr/>
              </a:pPr>
              <a:t>8</a:t>
            </a:fld>
            <a:endParaRPr lang="en-US"/>
          </a:p>
        </p:txBody>
      </p:sp>
    </p:spTree>
    <p:extLst>
      <p:ext uri="{BB962C8B-B14F-4D97-AF65-F5344CB8AC3E}">
        <p14:creationId xmlns:p14="http://schemas.microsoft.com/office/powerpoint/2010/main" val="3566221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a:t>https://ocr.hpda.vn/</a:t>
            </a:r>
          </a:p>
          <a:p>
            <a:r>
              <a:rPr lang="en-US"/>
              <a:t>Law_01</a:t>
            </a:r>
          </a:p>
          <a:p>
            <a:r>
              <a:rPr lang="en-US"/>
              <a:t>123456</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79A658-B71B-491A-B415-D1E37FA45A3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8820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a:t>https://ocr.hpda.vn/</a:t>
            </a:r>
          </a:p>
          <a:p>
            <a:r>
              <a:rPr lang="en-US"/>
              <a:t>Law_01</a:t>
            </a:r>
          </a:p>
          <a:p>
            <a:r>
              <a:rPr lang="en-US"/>
              <a:t>123456</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79A658-B71B-491A-B415-D1E37FA45A3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45310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a:t>https://ocr.hpda.vn/</a:t>
            </a:r>
          </a:p>
          <a:p>
            <a:r>
              <a:rPr lang="en-US"/>
              <a:t>Law_01</a:t>
            </a:r>
          </a:p>
          <a:p>
            <a:r>
              <a:rPr lang="en-US"/>
              <a:t>123456</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79A658-B71B-491A-B415-D1E37FA45A3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18010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a:t>https://ocr.hpda.vn/</a:t>
            </a:r>
          </a:p>
          <a:p>
            <a:r>
              <a:rPr lang="en-US"/>
              <a:t>Law_01</a:t>
            </a:r>
          </a:p>
          <a:p>
            <a:r>
              <a:rPr lang="en-US"/>
              <a:t>123456</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79A658-B71B-491A-B415-D1E37FA45A3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1085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18"/>
          <p:cNvSpPr>
            <a:spLocks noChangeArrowheads="1"/>
          </p:cNvSpPr>
          <p:nvPr userDrawn="1"/>
        </p:nvSpPr>
        <p:spPr bwMode="gray">
          <a:xfrm>
            <a:off x="1716088" y="628650"/>
            <a:ext cx="7439025" cy="2533650"/>
          </a:xfrm>
          <a:prstGeom prst="rect">
            <a:avLst/>
          </a:prstGeom>
          <a:solidFill>
            <a:srgbClr val="3366CC"/>
          </a:solidFill>
          <a:ln w="9525">
            <a:noFill/>
            <a:miter lim="800000"/>
            <a:headEnd/>
            <a:tailEnd/>
          </a:ln>
        </p:spPr>
        <p:txBody>
          <a:bodyPr/>
          <a:lstStyle/>
          <a:p>
            <a:pPr>
              <a:defRPr/>
            </a:pPr>
            <a:endParaRPr lang="en-US"/>
          </a:p>
        </p:txBody>
      </p:sp>
      <p:sp>
        <p:nvSpPr>
          <p:cNvPr id="6" name="Rectangle 28"/>
          <p:cNvSpPr>
            <a:spLocks noChangeArrowheads="1"/>
          </p:cNvSpPr>
          <p:nvPr userDrawn="1"/>
        </p:nvSpPr>
        <p:spPr bwMode="gray">
          <a:xfrm>
            <a:off x="1143000" y="2286000"/>
            <a:ext cx="914400" cy="876300"/>
          </a:xfrm>
          <a:prstGeom prst="rect">
            <a:avLst/>
          </a:prstGeom>
          <a:solidFill>
            <a:srgbClr val="A50021"/>
          </a:solidFill>
          <a:ln w="9525">
            <a:noFill/>
            <a:miter lim="800000"/>
            <a:headEnd/>
            <a:tailEnd/>
          </a:ln>
          <a:effectLst/>
        </p:spPr>
        <p:txBody>
          <a:bodyPr wrap="none" anchor="ctr"/>
          <a:lstStyle/>
          <a:p>
            <a:pPr>
              <a:defRPr/>
            </a:pPr>
            <a:endParaRPr lang="en-US"/>
          </a:p>
        </p:txBody>
      </p:sp>
      <p:sp>
        <p:nvSpPr>
          <p:cNvPr id="7" name="Rectangle 17"/>
          <p:cNvSpPr>
            <a:spLocks noChangeArrowheads="1"/>
          </p:cNvSpPr>
          <p:nvPr/>
        </p:nvSpPr>
        <p:spPr bwMode="gray">
          <a:xfrm>
            <a:off x="1149350" y="3151187"/>
            <a:ext cx="8005763" cy="574675"/>
          </a:xfrm>
          <a:prstGeom prst="rect">
            <a:avLst/>
          </a:prstGeom>
          <a:solidFill>
            <a:schemeClr val="tx2"/>
          </a:solidFill>
          <a:ln w="9525">
            <a:noFill/>
            <a:miter lim="800000"/>
            <a:headEnd/>
            <a:tailEnd/>
          </a:ln>
          <a:effectLst/>
        </p:spPr>
        <p:txBody>
          <a:bodyPr wrap="none" anchor="ctr"/>
          <a:lstStyle/>
          <a:p>
            <a:pPr>
              <a:defRPr/>
            </a:pPr>
            <a:endParaRPr lang="en-US"/>
          </a:p>
        </p:txBody>
      </p:sp>
      <p:sp>
        <p:nvSpPr>
          <p:cNvPr id="8" name="Rectangle 19"/>
          <p:cNvSpPr>
            <a:spLocks noChangeArrowheads="1"/>
          </p:cNvSpPr>
          <p:nvPr/>
        </p:nvSpPr>
        <p:spPr bwMode="gray">
          <a:xfrm>
            <a:off x="573088" y="2520950"/>
            <a:ext cx="576262" cy="641350"/>
          </a:xfrm>
          <a:prstGeom prst="rect">
            <a:avLst/>
          </a:prstGeom>
          <a:solidFill>
            <a:schemeClr val="accent2"/>
          </a:solidFill>
          <a:ln w="9525">
            <a:noFill/>
            <a:miter lim="800000"/>
            <a:headEnd/>
            <a:tailEnd/>
          </a:ln>
        </p:spPr>
        <p:txBody>
          <a:bodyPr/>
          <a:lstStyle/>
          <a:p>
            <a:pPr>
              <a:defRPr/>
            </a:pPr>
            <a:endParaRPr lang="en-US"/>
          </a:p>
        </p:txBody>
      </p:sp>
      <p:sp>
        <p:nvSpPr>
          <p:cNvPr id="9" name="Rectangle 20"/>
          <p:cNvSpPr>
            <a:spLocks noChangeArrowheads="1"/>
          </p:cNvSpPr>
          <p:nvPr/>
        </p:nvSpPr>
        <p:spPr bwMode="gray">
          <a:xfrm>
            <a:off x="1716088" y="628650"/>
            <a:ext cx="566737" cy="636588"/>
          </a:xfrm>
          <a:prstGeom prst="rect">
            <a:avLst/>
          </a:prstGeom>
          <a:solidFill>
            <a:schemeClr val="hlink"/>
          </a:solidFill>
          <a:ln w="9525">
            <a:noFill/>
            <a:miter lim="800000"/>
            <a:headEnd/>
            <a:tailEnd/>
          </a:ln>
        </p:spPr>
        <p:txBody>
          <a:bodyPr/>
          <a:lstStyle/>
          <a:p>
            <a:pPr>
              <a:defRPr/>
            </a:pPr>
            <a:endParaRPr lang="en-US"/>
          </a:p>
        </p:txBody>
      </p:sp>
      <p:sp>
        <p:nvSpPr>
          <p:cNvPr id="10" name="Rectangle 21"/>
          <p:cNvSpPr>
            <a:spLocks noChangeArrowheads="1"/>
          </p:cNvSpPr>
          <p:nvPr/>
        </p:nvSpPr>
        <p:spPr bwMode="gray">
          <a:xfrm>
            <a:off x="2278063" y="0"/>
            <a:ext cx="585787" cy="635000"/>
          </a:xfrm>
          <a:prstGeom prst="rect">
            <a:avLst/>
          </a:prstGeom>
          <a:solidFill>
            <a:schemeClr val="hlink"/>
          </a:solidFill>
          <a:ln w="9525">
            <a:noFill/>
            <a:miter lim="800000"/>
            <a:headEnd/>
            <a:tailEnd/>
          </a:ln>
        </p:spPr>
        <p:txBody>
          <a:bodyPr/>
          <a:lstStyle/>
          <a:p>
            <a:pPr>
              <a:defRPr/>
            </a:pPr>
            <a:endParaRPr lang="en-US"/>
          </a:p>
        </p:txBody>
      </p:sp>
      <p:sp>
        <p:nvSpPr>
          <p:cNvPr id="11" name="Rectangle 22"/>
          <p:cNvSpPr>
            <a:spLocks noChangeArrowheads="1"/>
          </p:cNvSpPr>
          <p:nvPr/>
        </p:nvSpPr>
        <p:spPr bwMode="gray">
          <a:xfrm>
            <a:off x="2281238" y="628650"/>
            <a:ext cx="585787" cy="631825"/>
          </a:xfrm>
          <a:prstGeom prst="rect">
            <a:avLst/>
          </a:prstGeom>
          <a:solidFill>
            <a:schemeClr val="accent2"/>
          </a:solidFill>
          <a:ln w="9525">
            <a:noFill/>
            <a:miter lim="800000"/>
            <a:headEnd/>
            <a:tailEnd/>
          </a:ln>
        </p:spPr>
        <p:txBody>
          <a:bodyPr/>
          <a:lstStyle/>
          <a:p>
            <a:pPr>
              <a:defRPr/>
            </a:pPr>
            <a:endParaRPr lang="en-US"/>
          </a:p>
        </p:txBody>
      </p:sp>
      <p:sp>
        <p:nvSpPr>
          <p:cNvPr id="12" name="Rectangle 23"/>
          <p:cNvSpPr>
            <a:spLocks noChangeArrowheads="1"/>
          </p:cNvSpPr>
          <p:nvPr/>
        </p:nvSpPr>
        <p:spPr bwMode="gray">
          <a:xfrm>
            <a:off x="1141413" y="1262063"/>
            <a:ext cx="574675" cy="625475"/>
          </a:xfrm>
          <a:prstGeom prst="rect">
            <a:avLst/>
          </a:prstGeom>
          <a:solidFill>
            <a:schemeClr val="hlink"/>
          </a:solidFill>
          <a:ln w="9525">
            <a:noFill/>
            <a:miter lim="800000"/>
            <a:headEnd/>
            <a:tailEnd/>
          </a:ln>
        </p:spPr>
        <p:txBody>
          <a:bodyPr/>
          <a:lstStyle/>
          <a:p>
            <a:pPr>
              <a:defRPr/>
            </a:pPr>
            <a:endParaRPr lang="en-US"/>
          </a:p>
        </p:txBody>
      </p:sp>
      <p:sp>
        <p:nvSpPr>
          <p:cNvPr id="13" name="Rectangle 24"/>
          <p:cNvSpPr>
            <a:spLocks noChangeArrowheads="1"/>
          </p:cNvSpPr>
          <p:nvPr/>
        </p:nvSpPr>
        <p:spPr bwMode="gray">
          <a:xfrm>
            <a:off x="1716088" y="1263650"/>
            <a:ext cx="566737" cy="622300"/>
          </a:xfrm>
          <a:prstGeom prst="rect">
            <a:avLst/>
          </a:prstGeom>
          <a:solidFill>
            <a:schemeClr val="accent2"/>
          </a:solidFill>
          <a:ln w="9525">
            <a:noFill/>
            <a:miter lim="800000"/>
            <a:headEnd/>
            <a:tailEnd/>
          </a:ln>
        </p:spPr>
        <p:txBody>
          <a:bodyPr/>
          <a:lstStyle/>
          <a:p>
            <a:pPr>
              <a:defRPr/>
            </a:pPr>
            <a:endParaRPr lang="en-US"/>
          </a:p>
        </p:txBody>
      </p:sp>
      <p:sp>
        <p:nvSpPr>
          <p:cNvPr id="14" name="Rectangle 25"/>
          <p:cNvSpPr>
            <a:spLocks noChangeArrowheads="1"/>
          </p:cNvSpPr>
          <p:nvPr/>
        </p:nvSpPr>
        <p:spPr bwMode="gray">
          <a:xfrm>
            <a:off x="573088" y="1885950"/>
            <a:ext cx="576262" cy="644525"/>
          </a:xfrm>
          <a:prstGeom prst="rect">
            <a:avLst/>
          </a:prstGeom>
          <a:solidFill>
            <a:schemeClr val="hlink"/>
          </a:solidFill>
          <a:ln w="9525">
            <a:noFill/>
            <a:miter lim="800000"/>
            <a:headEnd/>
            <a:tailEnd/>
          </a:ln>
        </p:spPr>
        <p:txBody>
          <a:bodyPr/>
          <a:lstStyle/>
          <a:p>
            <a:pPr>
              <a:defRPr/>
            </a:pPr>
            <a:endParaRPr lang="en-US"/>
          </a:p>
        </p:txBody>
      </p:sp>
      <p:sp>
        <p:nvSpPr>
          <p:cNvPr id="15" name="Rectangle 26"/>
          <p:cNvSpPr>
            <a:spLocks noChangeArrowheads="1"/>
          </p:cNvSpPr>
          <p:nvPr/>
        </p:nvSpPr>
        <p:spPr bwMode="gray">
          <a:xfrm>
            <a:off x="1141413" y="1885950"/>
            <a:ext cx="576262" cy="644525"/>
          </a:xfrm>
          <a:prstGeom prst="rect">
            <a:avLst/>
          </a:prstGeom>
          <a:solidFill>
            <a:schemeClr val="accent2"/>
          </a:solidFill>
          <a:ln w="9525">
            <a:noFill/>
            <a:miter lim="800000"/>
            <a:headEnd/>
            <a:tailEnd/>
          </a:ln>
        </p:spPr>
        <p:txBody>
          <a:bodyPr/>
          <a:lstStyle/>
          <a:p>
            <a:pPr>
              <a:defRPr/>
            </a:pPr>
            <a:endParaRPr lang="en-US"/>
          </a:p>
        </p:txBody>
      </p:sp>
      <p:sp>
        <p:nvSpPr>
          <p:cNvPr id="16" name="Rectangle 27"/>
          <p:cNvSpPr>
            <a:spLocks noChangeArrowheads="1"/>
          </p:cNvSpPr>
          <p:nvPr/>
        </p:nvSpPr>
        <p:spPr bwMode="gray">
          <a:xfrm>
            <a:off x="0" y="2528888"/>
            <a:ext cx="574675" cy="633412"/>
          </a:xfrm>
          <a:prstGeom prst="rect">
            <a:avLst/>
          </a:prstGeom>
          <a:solidFill>
            <a:schemeClr val="hlink"/>
          </a:solidFill>
          <a:ln w="9525">
            <a:noFill/>
            <a:miter lim="800000"/>
            <a:headEnd/>
            <a:tailEnd/>
          </a:ln>
        </p:spPr>
        <p:txBody>
          <a:bodyPr/>
          <a:lstStyle/>
          <a:p>
            <a:pPr>
              <a:defRPr/>
            </a:pPr>
            <a:endParaRPr lang="en-US"/>
          </a:p>
        </p:txBody>
      </p:sp>
      <p:sp>
        <p:nvSpPr>
          <p:cNvPr id="3074" name="Rectangle 2"/>
          <p:cNvSpPr>
            <a:spLocks noGrp="1" noChangeArrowheads="1"/>
          </p:cNvSpPr>
          <p:nvPr>
            <p:ph type="ctrTitle"/>
          </p:nvPr>
        </p:nvSpPr>
        <p:spPr bwMode="gray">
          <a:xfrm>
            <a:off x="1752600" y="1800226"/>
            <a:ext cx="6629400" cy="1012825"/>
          </a:xfrm>
        </p:spPr>
        <p:txBody>
          <a:bodyPr/>
          <a:lstStyle>
            <a:lvl1pPr algn="ctr">
              <a:defRPr sz="3600" i="1">
                <a:latin typeface="Verdana" pitchFamily="34" charset="0"/>
              </a:defRPr>
            </a:lvl1pPr>
          </a:lstStyle>
          <a:p>
            <a:r>
              <a:rPr lang="en-US"/>
              <a:t>Click to edit Master title style</a:t>
            </a:r>
          </a:p>
        </p:txBody>
      </p:sp>
      <p:sp>
        <p:nvSpPr>
          <p:cNvPr id="3075" name="Rectangle 3"/>
          <p:cNvSpPr>
            <a:spLocks noGrp="1" noChangeArrowheads="1"/>
          </p:cNvSpPr>
          <p:nvPr>
            <p:ph type="subTitle" idx="1"/>
          </p:nvPr>
        </p:nvSpPr>
        <p:spPr bwMode="gray">
          <a:xfrm>
            <a:off x="1600200" y="3276600"/>
            <a:ext cx="6324600" cy="381000"/>
          </a:xfrm>
        </p:spPr>
        <p:txBody>
          <a:bodyPr/>
          <a:lstStyle>
            <a:lvl1pPr marL="0" indent="0" algn="ctr">
              <a:buFont typeface="Wingdings" pitchFamily="2" charset="2"/>
              <a:buNone/>
              <a:defRPr sz="1800" b="1">
                <a:solidFill>
                  <a:schemeClr val="bg1"/>
                </a:solidFill>
              </a:defRPr>
            </a:lvl1pPr>
          </a:lstStyle>
          <a:p>
            <a:r>
              <a:rPr lang="en-US" dirty="0"/>
              <a:t>Click to edit Master subtitle style</a:t>
            </a:r>
          </a:p>
        </p:txBody>
      </p:sp>
    </p:spTree>
    <p:extLst>
      <p:ext uri="{BB962C8B-B14F-4D97-AF65-F5344CB8AC3E}">
        <p14:creationId xmlns:p14="http://schemas.microsoft.com/office/powerpoint/2010/main" val="2316790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063930"/>
            <a:ext cx="8839200" cy="5410201"/>
          </a:xfrm>
        </p:spPr>
        <p:txBody>
          <a:bodyPr/>
          <a:lstStyle>
            <a:lvl1pPr>
              <a:lnSpc>
                <a:spcPct val="120000"/>
              </a:lnSpc>
              <a:spcBef>
                <a:spcPts val="0"/>
              </a:spcBef>
              <a:defRPr/>
            </a:lvl1pPr>
            <a:lvl2pPr>
              <a:lnSpc>
                <a:spcPct val="120000"/>
              </a:lnSpc>
              <a:spcBef>
                <a:spcPts val="0"/>
              </a:spcBef>
              <a:defRPr/>
            </a:lvl2pPr>
            <a:lvl3pPr>
              <a:lnSpc>
                <a:spcPct val="120000"/>
              </a:lnSpc>
              <a:spcBef>
                <a:spcPts val="0"/>
              </a:spcBef>
              <a:defRPr/>
            </a:lvl3pPr>
            <a:lvl4pPr>
              <a:lnSpc>
                <a:spcPct val="120000"/>
              </a:lnSpc>
              <a:spcBef>
                <a:spcPts val="0"/>
              </a:spcBef>
              <a:defRPr/>
            </a:lvl4pPr>
            <a:lvl5pPr>
              <a:lnSpc>
                <a:spcPct val="120000"/>
              </a:lnSpc>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xfrm>
            <a:off x="1447800" y="6542394"/>
            <a:ext cx="2895600" cy="320675"/>
          </a:xfrm>
        </p:spPr>
        <p:txBody>
          <a:bodyPr/>
          <a:lstStyle>
            <a:lvl1pPr>
              <a:defRPr/>
            </a:lvl1pPr>
          </a:lstStyle>
          <a:p>
            <a:pPr>
              <a:defRPr/>
            </a:pPr>
            <a:r>
              <a:rPr lang="en-US" dirty="0"/>
              <a:t>Company name</a:t>
            </a:r>
          </a:p>
        </p:txBody>
      </p:sp>
      <p:sp>
        <p:nvSpPr>
          <p:cNvPr id="5" name="Rectangle 6"/>
          <p:cNvSpPr>
            <a:spLocks noGrp="1" noChangeArrowheads="1"/>
          </p:cNvSpPr>
          <p:nvPr>
            <p:ph type="sldNum" sz="quarter" idx="11"/>
          </p:nvPr>
        </p:nvSpPr>
        <p:spPr>
          <a:xfrm>
            <a:off x="8229600" y="6474131"/>
            <a:ext cx="609600" cy="320675"/>
          </a:xfrm>
        </p:spPr>
        <p:txBody>
          <a:bodyPr/>
          <a:lstStyle>
            <a:lvl1pPr algn="ctr">
              <a:defRPr b="1">
                <a:solidFill>
                  <a:srgbClr val="FF0000"/>
                </a:solidFill>
              </a:defRPr>
            </a:lvl1pPr>
          </a:lstStyle>
          <a:p>
            <a:pPr>
              <a:defRPr/>
            </a:pPr>
            <a:fld id="{E9BFE15A-3346-4571-882B-EB624BC8BD4C}" type="slidenum">
              <a:rPr lang="en-US" smtClean="0"/>
              <a:pPr>
                <a:defRPr/>
              </a:pPr>
              <a:t>‹#›</a:t>
            </a:fld>
            <a:endParaRPr lang="en-US" dirty="0"/>
          </a:p>
        </p:txBody>
      </p:sp>
    </p:spTree>
    <p:extLst>
      <p:ext uri="{BB962C8B-B14F-4D97-AF65-F5344CB8AC3E}">
        <p14:creationId xmlns:p14="http://schemas.microsoft.com/office/powerpoint/2010/main" val="25459575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Company name</a:t>
            </a:r>
          </a:p>
        </p:txBody>
      </p:sp>
      <p:sp>
        <p:nvSpPr>
          <p:cNvPr id="8" name="Rectangle 6"/>
          <p:cNvSpPr>
            <a:spLocks noGrp="1" noChangeArrowheads="1"/>
          </p:cNvSpPr>
          <p:nvPr>
            <p:ph type="sldNum" sz="quarter" idx="11"/>
          </p:nvPr>
        </p:nvSpPr>
        <p:spPr>
          <a:ln/>
        </p:spPr>
        <p:txBody>
          <a:bodyPr/>
          <a:lstStyle>
            <a:lvl1pPr>
              <a:defRPr/>
            </a:lvl1pPr>
          </a:lstStyle>
          <a:p>
            <a:pPr>
              <a:defRPr/>
            </a:pPr>
            <a:fld id="{40AD324A-D7D5-4AB2-9041-53BBD5B185F6}" type="slidenum">
              <a:rPr lang="en-US"/>
              <a:pPr>
                <a:defRPr/>
              </a:pPr>
              <a:t>‹#›</a:t>
            </a:fld>
            <a:endParaRPr lang="en-US"/>
          </a:p>
        </p:txBody>
      </p:sp>
    </p:spTree>
    <p:extLst>
      <p:ext uri="{BB962C8B-B14F-4D97-AF65-F5344CB8AC3E}">
        <p14:creationId xmlns:p14="http://schemas.microsoft.com/office/powerpoint/2010/main" val="30060633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Company name</a:t>
            </a:r>
          </a:p>
        </p:txBody>
      </p:sp>
      <p:sp>
        <p:nvSpPr>
          <p:cNvPr id="4" name="Rectangle 6"/>
          <p:cNvSpPr>
            <a:spLocks noGrp="1" noChangeArrowheads="1"/>
          </p:cNvSpPr>
          <p:nvPr>
            <p:ph type="sldNum" sz="quarter" idx="11"/>
          </p:nvPr>
        </p:nvSpPr>
        <p:spPr>
          <a:ln/>
        </p:spPr>
        <p:txBody>
          <a:bodyPr/>
          <a:lstStyle>
            <a:lvl1pPr>
              <a:defRPr/>
            </a:lvl1pPr>
          </a:lstStyle>
          <a:p>
            <a:pPr>
              <a:defRPr/>
            </a:pPr>
            <a:fld id="{87BA42B7-A03A-4E76-A070-C9884681A202}" type="slidenum">
              <a:rPr lang="en-US"/>
              <a:pPr>
                <a:defRPr/>
              </a:pPr>
              <a:t>‹#›</a:t>
            </a:fld>
            <a:endParaRPr lang="en-US"/>
          </a:p>
        </p:txBody>
      </p:sp>
    </p:spTree>
    <p:extLst>
      <p:ext uri="{BB962C8B-B14F-4D97-AF65-F5344CB8AC3E}">
        <p14:creationId xmlns:p14="http://schemas.microsoft.com/office/powerpoint/2010/main" val="10208137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Table">
    <p:spTree>
      <p:nvGrpSpPr>
        <p:cNvPr id="1" name=""/>
        <p:cNvGrpSpPr/>
        <p:nvPr/>
      </p:nvGrpSpPr>
      <p:grpSpPr>
        <a:xfrm>
          <a:off x="0" y="0"/>
          <a:ext cx="0" cy="0"/>
          <a:chOff x="0" y="0"/>
          <a:chExt cx="0" cy="0"/>
        </a:xfrm>
      </p:grpSpPr>
      <p:sp>
        <p:nvSpPr>
          <p:cNvPr id="24" name="Rectangle 15">
            <a:extLst>
              <a:ext uri="{FF2B5EF4-FFF2-40B4-BE49-F238E27FC236}">
                <a16:creationId xmlns:a16="http://schemas.microsoft.com/office/drawing/2014/main" id="{1C70CD87-BB2F-4822-944C-DDDAE8C29890}"/>
              </a:ext>
            </a:extLst>
          </p:cNvPr>
          <p:cNvSpPr>
            <a:spLocks noChangeArrowheads="1"/>
          </p:cNvSpPr>
          <p:nvPr userDrawn="1"/>
        </p:nvSpPr>
        <p:spPr bwMode="gray">
          <a:xfrm>
            <a:off x="646113" y="6137275"/>
            <a:ext cx="8497887" cy="719137"/>
          </a:xfrm>
          <a:prstGeom prst="rect">
            <a:avLst/>
          </a:prstGeom>
          <a:solidFill>
            <a:srgbClr val="3366CC"/>
          </a:solidFill>
          <a:ln w="9525">
            <a:noFill/>
            <a:miter lim="800000"/>
            <a:headEnd/>
            <a:tailEnd/>
          </a:ln>
        </p:spPr>
        <p:txBody>
          <a:bodyPr/>
          <a:lstStyle/>
          <a:p>
            <a:pPr>
              <a:defRPr/>
            </a:pPr>
            <a:endParaRPr lang="en-US"/>
          </a:p>
        </p:txBody>
      </p:sp>
      <p:sp>
        <p:nvSpPr>
          <p:cNvPr id="26" name="Rectangle 24">
            <a:extLst>
              <a:ext uri="{FF2B5EF4-FFF2-40B4-BE49-F238E27FC236}">
                <a16:creationId xmlns:a16="http://schemas.microsoft.com/office/drawing/2014/main" id="{603DFD29-2647-4DD5-9449-2687440AD060}"/>
              </a:ext>
            </a:extLst>
          </p:cNvPr>
          <p:cNvSpPr>
            <a:spLocks noChangeArrowheads="1"/>
          </p:cNvSpPr>
          <p:nvPr userDrawn="1"/>
        </p:nvSpPr>
        <p:spPr bwMode="gray">
          <a:xfrm>
            <a:off x="-9525" y="6496050"/>
            <a:ext cx="328613" cy="361950"/>
          </a:xfrm>
          <a:prstGeom prst="rect">
            <a:avLst/>
          </a:prstGeom>
          <a:solidFill>
            <a:schemeClr val="hlink"/>
          </a:solidFill>
          <a:ln w="9525">
            <a:noFill/>
            <a:miter lim="800000"/>
            <a:headEnd/>
            <a:tailEnd/>
          </a:ln>
          <a:effectLst/>
        </p:spPr>
        <p:txBody>
          <a:bodyPr wrap="none" anchor="ctr"/>
          <a:lstStyle/>
          <a:p>
            <a:pPr>
              <a:defRPr/>
            </a:pPr>
            <a:endParaRPr lang="en-US"/>
          </a:p>
        </p:txBody>
      </p:sp>
      <p:sp>
        <p:nvSpPr>
          <p:cNvPr id="27" name="Rectangle 25">
            <a:extLst>
              <a:ext uri="{FF2B5EF4-FFF2-40B4-BE49-F238E27FC236}">
                <a16:creationId xmlns:a16="http://schemas.microsoft.com/office/drawing/2014/main" id="{339C6E13-2E70-4C69-97CA-50AA4CA5EAF5}"/>
              </a:ext>
            </a:extLst>
          </p:cNvPr>
          <p:cNvSpPr>
            <a:spLocks noChangeArrowheads="1"/>
          </p:cNvSpPr>
          <p:nvPr userDrawn="1"/>
        </p:nvSpPr>
        <p:spPr bwMode="gray">
          <a:xfrm>
            <a:off x="319088" y="6134100"/>
            <a:ext cx="328612" cy="361950"/>
          </a:xfrm>
          <a:prstGeom prst="rect">
            <a:avLst/>
          </a:prstGeom>
          <a:solidFill>
            <a:schemeClr val="hlink"/>
          </a:solidFill>
          <a:ln w="9525">
            <a:noFill/>
            <a:miter lim="800000"/>
            <a:headEnd/>
            <a:tailEnd/>
          </a:ln>
          <a:effectLst/>
        </p:spPr>
        <p:txBody>
          <a:bodyPr wrap="none" anchor="ctr"/>
          <a:lstStyle/>
          <a:p>
            <a:pPr>
              <a:defRPr/>
            </a:pPr>
            <a:endParaRPr lang="en-US"/>
          </a:p>
        </p:txBody>
      </p:sp>
      <p:sp>
        <p:nvSpPr>
          <p:cNvPr id="28" name="Rectangle 26">
            <a:extLst>
              <a:ext uri="{FF2B5EF4-FFF2-40B4-BE49-F238E27FC236}">
                <a16:creationId xmlns:a16="http://schemas.microsoft.com/office/drawing/2014/main" id="{DB4F09F9-D2C4-4706-A853-DA3582ED130C}"/>
              </a:ext>
            </a:extLst>
          </p:cNvPr>
          <p:cNvSpPr>
            <a:spLocks noChangeArrowheads="1"/>
          </p:cNvSpPr>
          <p:nvPr userDrawn="1"/>
        </p:nvSpPr>
        <p:spPr bwMode="gray">
          <a:xfrm>
            <a:off x="647700" y="5776912"/>
            <a:ext cx="328613" cy="361950"/>
          </a:xfrm>
          <a:prstGeom prst="rect">
            <a:avLst/>
          </a:prstGeom>
          <a:solidFill>
            <a:schemeClr val="hlink"/>
          </a:solidFill>
          <a:ln w="9525">
            <a:noFill/>
            <a:miter lim="800000"/>
            <a:headEnd/>
            <a:tailEnd/>
          </a:ln>
          <a:effectLst/>
        </p:spPr>
        <p:txBody>
          <a:bodyPr wrap="none" anchor="ctr"/>
          <a:lstStyle/>
          <a:p>
            <a:pPr>
              <a:defRPr/>
            </a:pPr>
            <a:endParaRPr lang="en-US"/>
          </a:p>
        </p:txBody>
      </p:sp>
      <p:sp>
        <p:nvSpPr>
          <p:cNvPr id="29" name="Rectangle 28">
            <a:extLst>
              <a:ext uri="{FF2B5EF4-FFF2-40B4-BE49-F238E27FC236}">
                <a16:creationId xmlns:a16="http://schemas.microsoft.com/office/drawing/2014/main" id="{CF7CE750-67B4-42A5-A2A5-F6423969C9AC}"/>
              </a:ext>
            </a:extLst>
          </p:cNvPr>
          <p:cNvSpPr>
            <a:spLocks noChangeArrowheads="1"/>
          </p:cNvSpPr>
          <p:nvPr userDrawn="1"/>
        </p:nvSpPr>
        <p:spPr bwMode="gray">
          <a:xfrm>
            <a:off x="647700" y="6138862"/>
            <a:ext cx="328613" cy="361950"/>
          </a:xfrm>
          <a:prstGeom prst="rect">
            <a:avLst/>
          </a:prstGeom>
          <a:solidFill>
            <a:srgbClr val="CC3300"/>
          </a:solidFill>
          <a:ln w="9525">
            <a:noFill/>
            <a:miter lim="800000"/>
            <a:headEnd/>
            <a:tailEnd/>
          </a:ln>
          <a:effectLst/>
        </p:spPr>
        <p:txBody>
          <a:bodyPr wrap="none" anchor="ctr"/>
          <a:lstStyle/>
          <a:p>
            <a:pPr>
              <a:defRPr/>
            </a:pPr>
            <a:endParaRPr lang="en-US"/>
          </a:p>
        </p:txBody>
      </p:sp>
      <p:sp>
        <p:nvSpPr>
          <p:cNvPr id="30" name="Rectangle 29">
            <a:extLst>
              <a:ext uri="{FF2B5EF4-FFF2-40B4-BE49-F238E27FC236}">
                <a16:creationId xmlns:a16="http://schemas.microsoft.com/office/drawing/2014/main" id="{EC1BCC90-BF4E-4BA8-928E-2847551CB1AE}"/>
              </a:ext>
            </a:extLst>
          </p:cNvPr>
          <p:cNvSpPr>
            <a:spLocks noChangeArrowheads="1"/>
          </p:cNvSpPr>
          <p:nvPr userDrawn="1"/>
        </p:nvSpPr>
        <p:spPr bwMode="gray">
          <a:xfrm>
            <a:off x="319088" y="6496050"/>
            <a:ext cx="328612" cy="361950"/>
          </a:xfrm>
          <a:prstGeom prst="rect">
            <a:avLst/>
          </a:prstGeom>
          <a:solidFill>
            <a:srgbClr val="CC0000"/>
          </a:solidFill>
          <a:ln w="9525">
            <a:noFill/>
            <a:miter lim="800000"/>
            <a:headEnd/>
            <a:tailEnd/>
          </a:ln>
          <a:effectLst/>
        </p:spPr>
        <p:txBody>
          <a:bodyPr wrap="none" anchor="ctr"/>
          <a:lstStyle/>
          <a:p>
            <a:pPr>
              <a:defRPr/>
            </a:pPr>
            <a:endParaRPr lang="en-US"/>
          </a:p>
        </p:txBody>
      </p:sp>
    </p:spTree>
    <p:extLst>
      <p:ext uri="{BB962C8B-B14F-4D97-AF65-F5344CB8AC3E}">
        <p14:creationId xmlns:p14="http://schemas.microsoft.com/office/powerpoint/2010/main" val="8451240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gray">
          <a:xfrm>
            <a:off x="655638" y="360363"/>
            <a:ext cx="8497887" cy="719137"/>
          </a:xfrm>
          <a:prstGeom prst="rect">
            <a:avLst/>
          </a:prstGeom>
          <a:solidFill>
            <a:srgbClr val="3366CC"/>
          </a:solidFill>
          <a:ln w="9525">
            <a:noFill/>
            <a:miter lim="800000"/>
            <a:headEnd/>
            <a:tailEnd/>
          </a:ln>
        </p:spPr>
        <p:txBody>
          <a:bodyPr/>
          <a:lstStyle/>
          <a:p>
            <a:pPr>
              <a:defRPr/>
            </a:pPr>
            <a:endParaRPr lang="en-US"/>
          </a:p>
        </p:txBody>
      </p:sp>
      <p:sp>
        <p:nvSpPr>
          <p:cNvPr id="3075" name="Rectangle 3"/>
          <p:cNvSpPr>
            <a:spLocks noGrp="1" noChangeArrowheads="1"/>
          </p:cNvSpPr>
          <p:nvPr>
            <p:ph type="body" idx="1"/>
          </p:nvPr>
        </p:nvSpPr>
        <p:spPr bwMode="auto">
          <a:xfrm>
            <a:off x="457200" y="12287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5943600" y="6537325"/>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mn-lt"/>
              </a:defRPr>
            </a:lvl1pPr>
          </a:lstStyle>
          <a:p>
            <a:pPr>
              <a:defRPr/>
            </a:pPr>
            <a:r>
              <a:rPr lang="en-US"/>
              <a:t>Company name</a:t>
            </a:r>
          </a:p>
        </p:txBody>
      </p:sp>
      <p:sp>
        <p:nvSpPr>
          <p:cNvPr id="1030" name="Rectangle 6"/>
          <p:cNvSpPr>
            <a:spLocks noGrp="1" noChangeArrowheads="1"/>
          </p:cNvSpPr>
          <p:nvPr>
            <p:ph type="sldNum" sz="quarter" idx="4"/>
          </p:nvPr>
        </p:nvSpPr>
        <p:spPr bwMode="auto">
          <a:xfrm>
            <a:off x="2971800" y="6537325"/>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2DA88AD-C84B-4853-8F38-9B5694A5BD01}" type="slidenum">
              <a:rPr lang="en-US"/>
              <a:pPr>
                <a:defRPr/>
              </a:pPr>
              <a:t>‹#›</a:t>
            </a:fld>
            <a:endParaRPr lang="en-US"/>
          </a:p>
        </p:txBody>
      </p:sp>
      <p:sp>
        <p:nvSpPr>
          <p:cNvPr id="3078" name="Rectangle 2"/>
          <p:cNvSpPr>
            <a:spLocks noGrp="1" noChangeArrowheads="1"/>
          </p:cNvSpPr>
          <p:nvPr>
            <p:ph type="title"/>
          </p:nvPr>
        </p:nvSpPr>
        <p:spPr bwMode="white">
          <a:xfrm>
            <a:off x="1143000" y="457200"/>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48" name="Rectangle 24"/>
          <p:cNvSpPr>
            <a:spLocks noChangeArrowheads="1"/>
          </p:cNvSpPr>
          <p:nvPr/>
        </p:nvSpPr>
        <p:spPr bwMode="gray">
          <a:xfrm>
            <a:off x="0" y="719138"/>
            <a:ext cx="328613" cy="361950"/>
          </a:xfrm>
          <a:prstGeom prst="rect">
            <a:avLst/>
          </a:prstGeom>
          <a:solidFill>
            <a:schemeClr val="hlink"/>
          </a:solidFill>
          <a:ln w="9525">
            <a:noFill/>
            <a:miter lim="800000"/>
            <a:headEnd/>
            <a:tailEnd/>
          </a:ln>
          <a:effectLst/>
        </p:spPr>
        <p:txBody>
          <a:bodyPr wrap="none" anchor="ctr"/>
          <a:lstStyle/>
          <a:p>
            <a:pPr>
              <a:defRPr/>
            </a:pPr>
            <a:endParaRPr lang="en-US"/>
          </a:p>
        </p:txBody>
      </p:sp>
      <p:sp>
        <p:nvSpPr>
          <p:cNvPr id="1049" name="Rectangle 25"/>
          <p:cNvSpPr>
            <a:spLocks noChangeArrowheads="1"/>
          </p:cNvSpPr>
          <p:nvPr/>
        </p:nvSpPr>
        <p:spPr bwMode="gray">
          <a:xfrm>
            <a:off x="328613" y="357188"/>
            <a:ext cx="328612" cy="361950"/>
          </a:xfrm>
          <a:prstGeom prst="rect">
            <a:avLst/>
          </a:prstGeom>
          <a:solidFill>
            <a:schemeClr val="hlink"/>
          </a:solidFill>
          <a:ln w="9525">
            <a:noFill/>
            <a:miter lim="800000"/>
            <a:headEnd/>
            <a:tailEnd/>
          </a:ln>
          <a:effectLst/>
        </p:spPr>
        <p:txBody>
          <a:bodyPr wrap="none" anchor="ctr"/>
          <a:lstStyle/>
          <a:p>
            <a:pPr>
              <a:defRPr/>
            </a:pPr>
            <a:endParaRPr lang="en-US"/>
          </a:p>
        </p:txBody>
      </p:sp>
      <p:sp>
        <p:nvSpPr>
          <p:cNvPr id="1050" name="Rectangle 26"/>
          <p:cNvSpPr>
            <a:spLocks noChangeArrowheads="1"/>
          </p:cNvSpPr>
          <p:nvPr/>
        </p:nvSpPr>
        <p:spPr bwMode="gray">
          <a:xfrm>
            <a:off x="657225" y="0"/>
            <a:ext cx="328613" cy="361950"/>
          </a:xfrm>
          <a:prstGeom prst="rect">
            <a:avLst/>
          </a:prstGeom>
          <a:solidFill>
            <a:schemeClr val="hlink"/>
          </a:solidFill>
          <a:ln w="9525">
            <a:noFill/>
            <a:miter lim="800000"/>
            <a:headEnd/>
            <a:tailEnd/>
          </a:ln>
          <a:effectLst/>
        </p:spPr>
        <p:txBody>
          <a:bodyPr wrap="none" anchor="ctr"/>
          <a:lstStyle/>
          <a:p>
            <a:pPr>
              <a:defRPr/>
            </a:pPr>
            <a:endParaRPr lang="en-US"/>
          </a:p>
        </p:txBody>
      </p:sp>
      <p:sp>
        <p:nvSpPr>
          <p:cNvPr id="1052" name="Rectangle 28"/>
          <p:cNvSpPr>
            <a:spLocks noChangeArrowheads="1"/>
          </p:cNvSpPr>
          <p:nvPr/>
        </p:nvSpPr>
        <p:spPr bwMode="gray">
          <a:xfrm>
            <a:off x="657225" y="361950"/>
            <a:ext cx="328613" cy="361950"/>
          </a:xfrm>
          <a:prstGeom prst="rect">
            <a:avLst/>
          </a:prstGeom>
          <a:solidFill>
            <a:srgbClr val="CC3300"/>
          </a:solidFill>
          <a:ln w="9525">
            <a:noFill/>
            <a:miter lim="800000"/>
            <a:headEnd/>
            <a:tailEnd/>
          </a:ln>
          <a:effectLst/>
        </p:spPr>
        <p:txBody>
          <a:bodyPr wrap="none" anchor="ctr"/>
          <a:lstStyle/>
          <a:p>
            <a:pPr>
              <a:defRPr/>
            </a:pPr>
            <a:endParaRPr lang="en-US"/>
          </a:p>
        </p:txBody>
      </p:sp>
      <p:sp>
        <p:nvSpPr>
          <p:cNvPr id="1053" name="Rectangle 29"/>
          <p:cNvSpPr>
            <a:spLocks noChangeArrowheads="1"/>
          </p:cNvSpPr>
          <p:nvPr/>
        </p:nvSpPr>
        <p:spPr bwMode="gray">
          <a:xfrm>
            <a:off x="328613" y="719138"/>
            <a:ext cx="328612" cy="361950"/>
          </a:xfrm>
          <a:prstGeom prst="rect">
            <a:avLst/>
          </a:prstGeom>
          <a:solidFill>
            <a:srgbClr val="CC0000"/>
          </a:solidFill>
          <a:ln w="9525">
            <a:noFill/>
            <a:miter lim="800000"/>
            <a:headEnd/>
            <a:tailEnd/>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4106" r:id="rId1"/>
    <p:sldLayoutId id="2147484107" r:id="rId2"/>
    <p:sldLayoutId id="2147484098" r:id="rId3"/>
    <p:sldLayoutId id="2147484099" r:id="rId4"/>
    <p:sldLayoutId id="2147484105" r:id="rId5"/>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hdr="0" ftr="0" dt="0"/>
  <p:txStyles>
    <p:titleStyle>
      <a:lvl1pPr algn="l" rtl="0" eaLnBrk="0" fontAlgn="base" hangingPunct="0">
        <a:spcBef>
          <a:spcPct val="0"/>
        </a:spcBef>
        <a:spcAft>
          <a:spcPct val="0"/>
        </a:spcAft>
        <a:defRPr sz="2800" b="1">
          <a:solidFill>
            <a:schemeClr val="bg1"/>
          </a:solidFill>
          <a:latin typeface="+mj-lt"/>
          <a:ea typeface="+mj-ea"/>
          <a:cs typeface="+mj-cs"/>
        </a:defRPr>
      </a:lvl1pPr>
      <a:lvl2pPr algn="l" rtl="0" eaLnBrk="0" fontAlgn="base" hangingPunct="0">
        <a:spcBef>
          <a:spcPct val="0"/>
        </a:spcBef>
        <a:spcAft>
          <a:spcPct val="0"/>
        </a:spcAft>
        <a:defRPr sz="2800" b="1">
          <a:solidFill>
            <a:schemeClr val="bg1"/>
          </a:solidFill>
          <a:latin typeface="Arial" charset="0"/>
        </a:defRPr>
      </a:lvl2pPr>
      <a:lvl3pPr algn="l" rtl="0" eaLnBrk="0" fontAlgn="base" hangingPunct="0">
        <a:spcBef>
          <a:spcPct val="0"/>
        </a:spcBef>
        <a:spcAft>
          <a:spcPct val="0"/>
        </a:spcAft>
        <a:defRPr sz="2800" b="1">
          <a:solidFill>
            <a:schemeClr val="bg1"/>
          </a:solidFill>
          <a:latin typeface="Arial" charset="0"/>
        </a:defRPr>
      </a:lvl3pPr>
      <a:lvl4pPr algn="l" rtl="0" eaLnBrk="0" fontAlgn="base" hangingPunct="0">
        <a:spcBef>
          <a:spcPct val="0"/>
        </a:spcBef>
        <a:spcAft>
          <a:spcPct val="0"/>
        </a:spcAft>
        <a:defRPr sz="2800" b="1">
          <a:solidFill>
            <a:schemeClr val="bg1"/>
          </a:solidFill>
          <a:latin typeface="Arial" charset="0"/>
        </a:defRPr>
      </a:lvl4pPr>
      <a:lvl5pPr algn="l" rtl="0" eaLnBrk="0" fontAlgn="base" hangingPunct="0">
        <a:spcBef>
          <a:spcPct val="0"/>
        </a:spcBef>
        <a:spcAft>
          <a:spcPct val="0"/>
        </a:spcAft>
        <a:defRPr sz="2800" b="1">
          <a:solidFill>
            <a:schemeClr val="bg1"/>
          </a:solidFill>
          <a:latin typeface="Arial" charset="0"/>
        </a:defRPr>
      </a:lvl5pPr>
      <a:lvl6pPr marL="457200" algn="l" rtl="0" eaLnBrk="1" fontAlgn="base" hangingPunct="1">
        <a:spcBef>
          <a:spcPct val="0"/>
        </a:spcBef>
        <a:spcAft>
          <a:spcPct val="0"/>
        </a:spcAft>
        <a:defRPr sz="2800" b="1">
          <a:solidFill>
            <a:schemeClr val="bg1"/>
          </a:solidFill>
          <a:latin typeface="Arial" charset="0"/>
        </a:defRPr>
      </a:lvl6pPr>
      <a:lvl7pPr marL="914400" algn="l" rtl="0" eaLnBrk="1" fontAlgn="base" hangingPunct="1">
        <a:spcBef>
          <a:spcPct val="0"/>
        </a:spcBef>
        <a:spcAft>
          <a:spcPct val="0"/>
        </a:spcAft>
        <a:defRPr sz="2800" b="1">
          <a:solidFill>
            <a:schemeClr val="bg1"/>
          </a:solidFill>
          <a:latin typeface="Arial" charset="0"/>
        </a:defRPr>
      </a:lvl7pPr>
      <a:lvl8pPr marL="1371600" algn="l" rtl="0" eaLnBrk="1" fontAlgn="base" hangingPunct="1">
        <a:spcBef>
          <a:spcPct val="0"/>
        </a:spcBef>
        <a:spcAft>
          <a:spcPct val="0"/>
        </a:spcAft>
        <a:defRPr sz="2800" b="1">
          <a:solidFill>
            <a:schemeClr val="bg1"/>
          </a:solidFill>
          <a:latin typeface="Arial" charset="0"/>
        </a:defRPr>
      </a:lvl8pPr>
      <a:lvl9pPr marL="1828800" algn="l" rtl="0" eaLnBrk="1" fontAlgn="base" hangingPunct="1">
        <a:spcBef>
          <a:spcPct val="0"/>
        </a:spcBef>
        <a:spcAft>
          <a:spcPct val="0"/>
        </a:spcAft>
        <a:defRPr sz="2800" b="1">
          <a:solidFill>
            <a:schemeClr val="bg1"/>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vl6pPr marL="2514600" indent="-228600" algn="l" rtl="0" eaLnBrk="1" fontAlgn="base" hangingPunct="1">
        <a:spcBef>
          <a:spcPct val="20000"/>
        </a:spcBef>
        <a:spcAft>
          <a:spcPct val="0"/>
        </a:spcAft>
        <a:buChar char="»"/>
        <a:defRPr sz="2000">
          <a:solidFill>
            <a:schemeClr val="tx1"/>
          </a:solidFill>
          <a:latin typeface="+mj-lt"/>
        </a:defRPr>
      </a:lvl6pPr>
      <a:lvl7pPr marL="2971800" indent="-228600" algn="l" rtl="0" eaLnBrk="1" fontAlgn="base" hangingPunct="1">
        <a:spcBef>
          <a:spcPct val="20000"/>
        </a:spcBef>
        <a:spcAft>
          <a:spcPct val="0"/>
        </a:spcAft>
        <a:buChar char="»"/>
        <a:defRPr sz="2000">
          <a:solidFill>
            <a:schemeClr val="tx1"/>
          </a:solidFill>
          <a:latin typeface="+mj-lt"/>
        </a:defRPr>
      </a:lvl7pPr>
      <a:lvl8pPr marL="3429000" indent="-228600" algn="l" rtl="0" eaLnBrk="1" fontAlgn="base" hangingPunct="1">
        <a:spcBef>
          <a:spcPct val="20000"/>
        </a:spcBef>
        <a:spcAft>
          <a:spcPct val="0"/>
        </a:spcAft>
        <a:buChar char="»"/>
        <a:defRPr sz="2000">
          <a:solidFill>
            <a:schemeClr val="tx1"/>
          </a:solidFill>
          <a:latin typeface="+mj-lt"/>
        </a:defRPr>
      </a:lvl8pPr>
      <a:lvl9pPr marL="3886200" indent="-228600" algn="l" rtl="0" eaLnBrk="1" fontAlgn="base" hangingPunct="1">
        <a:spcBef>
          <a:spcPct val="20000"/>
        </a:spcBef>
        <a:spcAft>
          <a:spcPct val="0"/>
        </a:spcAft>
        <a:buChar char="»"/>
        <a:defRPr sz="2000">
          <a:solidFill>
            <a:schemeClr val="tx1"/>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jpeg"/><Relationship Id="rId9" Type="http://schemas.openxmlformats.org/officeDocument/2006/relationships/image" Target="../media/image20.png"/><Relationship Id="rId1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cdn.openai.com/papers/whisper.pdf" TargetMode="External"/><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asr.hpda.vn/"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41.jpg"/></Relationships>
</file>

<file path=ppt/slides/_rels/slide3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jpeg"/></Relationships>
</file>

<file path=ppt/slides/_rels/slide3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DCF4419-B8FC-4D96-AA1B-7E02226098CA}"/>
              </a:ext>
            </a:extLst>
          </p:cNvPr>
          <p:cNvSpPr>
            <a:spLocks noGrp="1"/>
          </p:cNvSpPr>
          <p:nvPr>
            <p:ph type="subTitle" idx="1"/>
          </p:nvPr>
        </p:nvSpPr>
        <p:spPr>
          <a:xfrm>
            <a:off x="1610139" y="152400"/>
            <a:ext cx="8001000" cy="381000"/>
          </a:xfrm>
        </p:spPr>
        <p:txBody>
          <a:bodyPr/>
          <a:lstStyle/>
          <a:p>
            <a:r>
              <a:rPr lang="en-US" sz="2200" b="0">
                <a:solidFill>
                  <a:srgbClr val="002060"/>
                </a:solidFill>
                <a:latin typeface="+mj-lt"/>
              </a:rPr>
              <a:t>Sở Khoa học &amp; Công nghệ TP.HCM</a:t>
            </a:r>
            <a:endParaRPr lang="en-US" sz="2200" b="0" dirty="0">
              <a:solidFill>
                <a:srgbClr val="002060"/>
              </a:solidFill>
              <a:latin typeface="+mj-lt"/>
            </a:endParaRPr>
          </a:p>
        </p:txBody>
      </p:sp>
      <p:sp>
        <p:nvSpPr>
          <p:cNvPr id="4" name="Title 3">
            <a:extLst>
              <a:ext uri="{FF2B5EF4-FFF2-40B4-BE49-F238E27FC236}">
                <a16:creationId xmlns:a16="http://schemas.microsoft.com/office/drawing/2014/main" id="{25E8BCA8-2B6B-4BD8-93C0-00A6CA4A11AA}"/>
              </a:ext>
            </a:extLst>
          </p:cNvPr>
          <p:cNvSpPr>
            <a:spLocks noGrp="1"/>
          </p:cNvSpPr>
          <p:nvPr>
            <p:ph type="ctrTitle"/>
          </p:nvPr>
        </p:nvSpPr>
        <p:spPr>
          <a:xfrm>
            <a:off x="2067339" y="762772"/>
            <a:ext cx="7086600" cy="2362200"/>
          </a:xfrm>
        </p:spPr>
        <p:txBody>
          <a:body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Nghiên</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cứu</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và</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ứng</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dụng</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trí</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tuệ</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nhân</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tạo</a:t>
            </a:r>
            <a:b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b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Xây</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dựng</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Hệ</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thống</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hỗ</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trợ</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người</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khiếm</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thị</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tiếp</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cận</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các</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nguồn</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a:t>
            </a:r>
            <a:r>
              <a:rPr kumimoji="0" lang="en-US" sz="2600" b="1" i="0" u="none" strike="noStrike" kern="1200" cap="none" spc="0" normalizeH="0" baseline="0" noProof="0" dirty="0" err="1">
                <a:ln>
                  <a:noFill/>
                </a:ln>
                <a:solidFill>
                  <a:srgbClr val="FFFF00"/>
                </a:solidFill>
                <a:effectLst/>
                <a:uLnTx/>
                <a:uFillTx/>
                <a:latin typeface="+mj-lt"/>
                <a:ea typeface="Arial" panose="020B0604020202020204" pitchFamily="34" charset="0"/>
                <a:cs typeface="Times New Roman" panose="02020603050405020304" pitchFamily="18" charset="0"/>
              </a:rPr>
              <a:t>thông</a:t>
            </a:r>
            <a:r>
              <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rPr>
              <a:t> tin qua </a:t>
            </a:r>
            <a:r>
              <a:rPr kumimoji="0" lang="en-US" sz="2600" b="1" i="0" u="none" strike="noStrike" kern="1200" cap="none" spc="0" normalizeH="0" baseline="0" noProof="0" err="1">
                <a:ln>
                  <a:noFill/>
                </a:ln>
                <a:solidFill>
                  <a:srgbClr val="FFFF00"/>
                </a:solidFill>
                <a:effectLst/>
                <a:uLnTx/>
                <a:uFillTx/>
                <a:latin typeface="+mj-lt"/>
                <a:ea typeface="Arial" panose="020B0604020202020204" pitchFamily="34" charset="0"/>
                <a:cs typeface="Times New Roman" panose="02020603050405020304" pitchFamily="18" charset="0"/>
              </a:rPr>
              <a:t>điện</a:t>
            </a:r>
            <a:r>
              <a:rPr kumimoji="0" lang="en-US" sz="2600" b="1" i="0" u="none" strike="noStrike" kern="1200" cap="none" spc="0" normalizeH="0" baseline="0" noProof="0">
                <a:ln>
                  <a:noFill/>
                </a:ln>
                <a:solidFill>
                  <a:srgbClr val="FFFF00"/>
                </a:solidFill>
                <a:effectLst/>
                <a:uLnTx/>
                <a:uFillTx/>
                <a:latin typeface="+mj-lt"/>
                <a:ea typeface="Arial" panose="020B0604020202020204" pitchFamily="34" charset="0"/>
                <a:cs typeface="Times New Roman" panose="02020603050405020304" pitchFamily="18" charset="0"/>
              </a:rPr>
              <a:t> thoại</a:t>
            </a:r>
            <a:endParaRPr kumimoji="0" lang="en-US" sz="2600" b="1" i="0" u="none" strike="noStrike" kern="1200" cap="none" spc="0" normalizeH="0" baseline="0" noProof="0" dirty="0">
              <a:ln>
                <a:noFill/>
              </a:ln>
              <a:solidFill>
                <a:srgbClr val="FFFF00"/>
              </a:solidFill>
              <a:effectLst/>
              <a:uLnTx/>
              <a:uFillTx/>
              <a:latin typeface="+mj-lt"/>
              <a:ea typeface="Arial" panose="020B0604020202020204" pitchFamily="34" charset="0"/>
              <a:cs typeface="Times New Roman" panose="02020603050405020304" pitchFamily="18" charset="0"/>
            </a:endParaRPr>
          </a:p>
        </p:txBody>
      </p:sp>
      <p:sp>
        <p:nvSpPr>
          <p:cNvPr id="13" name="Subtitle 2">
            <a:extLst>
              <a:ext uri="{FF2B5EF4-FFF2-40B4-BE49-F238E27FC236}">
                <a16:creationId xmlns:a16="http://schemas.microsoft.com/office/drawing/2014/main" id="{F555D10F-0420-4B78-B7C6-E4795F9E777E}"/>
              </a:ext>
            </a:extLst>
          </p:cNvPr>
          <p:cNvSpPr txBox="1">
            <a:spLocks/>
          </p:cNvSpPr>
          <p:nvPr/>
        </p:nvSpPr>
        <p:spPr bwMode="gray">
          <a:xfrm>
            <a:off x="1752600" y="3962400"/>
            <a:ext cx="7239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Clr>
                <a:schemeClr val="hlink"/>
              </a:buClr>
              <a:buFont typeface="Wingdings" pitchFamily="2" charset="2"/>
              <a:buNone/>
              <a:defRPr sz="1800" b="1">
                <a:solidFill>
                  <a:schemeClr val="bg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vl6pPr marL="2514600" indent="-228600" algn="l" rtl="0" eaLnBrk="1" fontAlgn="base" hangingPunct="1">
              <a:spcBef>
                <a:spcPct val="20000"/>
              </a:spcBef>
              <a:spcAft>
                <a:spcPct val="0"/>
              </a:spcAft>
              <a:buChar char="»"/>
              <a:defRPr sz="2000">
                <a:solidFill>
                  <a:schemeClr val="tx1"/>
                </a:solidFill>
                <a:latin typeface="+mj-lt"/>
              </a:defRPr>
            </a:lvl6pPr>
            <a:lvl7pPr marL="2971800" indent="-228600" algn="l" rtl="0" eaLnBrk="1" fontAlgn="base" hangingPunct="1">
              <a:spcBef>
                <a:spcPct val="20000"/>
              </a:spcBef>
              <a:spcAft>
                <a:spcPct val="0"/>
              </a:spcAft>
              <a:buChar char="»"/>
              <a:defRPr sz="2000">
                <a:solidFill>
                  <a:schemeClr val="tx1"/>
                </a:solidFill>
                <a:latin typeface="+mj-lt"/>
              </a:defRPr>
            </a:lvl7pPr>
            <a:lvl8pPr marL="3429000" indent="-228600" algn="l" rtl="0" eaLnBrk="1" fontAlgn="base" hangingPunct="1">
              <a:spcBef>
                <a:spcPct val="20000"/>
              </a:spcBef>
              <a:spcAft>
                <a:spcPct val="0"/>
              </a:spcAft>
              <a:buChar char="»"/>
              <a:defRPr sz="2000">
                <a:solidFill>
                  <a:schemeClr val="tx1"/>
                </a:solidFill>
                <a:latin typeface="+mj-lt"/>
              </a:defRPr>
            </a:lvl8pPr>
            <a:lvl9pPr marL="3886200" indent="-228600" algn="l" rtl="0" eaLnBrk="1" fontAlgn="base" hangingPunct="1">
              <a:spcBef>
                <a:spcPct val="20000"/>
              </a:spcBef>
              <a:spcAft>
                <a:spcPct val="0"/>
              </a:spcAft>
              <a:buChar char="»"/>
              <a:defRPr sz="2000">
                <a:solidFill>
                  <a:schemeClr val="tx1"/>
                </a:solidFill>
                <a:latin typeface="+mj-lt"/>
              </a:defRPr>
            </a:lvl9pPr>
          </a:lstStyle>
          <a:p>
            <a:pPr algn="l"/>
            <a:r>
              <a:rPr lang="en-US" sz="2200" b="0">
                <a:solidFill>
                  <a:srgbClr val="002060"/>
                </a:solidFill>
                <a:latin typeface="+mj-lt"/>
              </a:rPr>
              <a:t>Đơn vị chủ trì: Trường Đại học Tư thục Quốc tế Sài Gòn.</a:t>
            </a:r>
          </a:p>
          <a:p>
            <a:pPr algn="l"/>
            <a:r>
              <a:rPr lang="en-US" sz="2200" b="0">
                <a:solidFill>
                  <a:srgbClr val="002060"/>
                </a:solidFill>
                <a:latin typeface="+mj-lt"/>
              </a:rPr>
              <a:t>Chủ nhiệm nhiệm vụ: TS</a:t>
            </a:r>
            <a:r>
              <a:rPr lang="en-US" sz="2200" b="0" dirty="0">
                <a:solidFill>
                  <a:srgbClr val="002060"/>
                </a:solidFill>
                <a:latin typeface="+mj-lt"/>
              </a:rPr>
              <a:t>. </a:t>
            </a:r>
            <a:r>
              <a:rPr lang="en-US" sz="2200" b="0" dirty="0" err="1">
                <a:solidFill>
                  <a:srgbClr val="002060"/>
                </a:solidFill>
                <a:latin typeface="+mj-lt"/>
              </a:rPr>
              <a:t>Đinh</a:t>
            </a:r>
            <a:r>
              <a:rPr lang="en-US" sz="2200" b="0" dirty="0">
                <a:solidFill>
                  <a:srgbClr val="002060"/>
                </a:solidFill>
                <a:latin typeface="+mj-lt"/>
              </a:rPr>
              <a:t> </a:t>
            </a:r>
            <a:r>
              <a:rPr lang="en-US" sz="2200" b="0" dirty="0" err="1">
                <a:solidFill>
                  <a:srgbClr val="002060"/>
                </a:solidFill>
                <a:latin typeface="+mj-lt"/>
              </a:rPr>
              <a:t>Thị</a:t>
            </a:r>
            <a:r>
              <a:rPr lang="en-US" sz="2200" b="0" dirty="0">
                <a:solidFill>
                  <a:srgbClr val="002060"/>
                </a:solidFill>
                <a:latin typeface="+mj-lt"/>
              </a:rPr>
              <a:t> </a:t>
            </a:r>
            <a:r>
              <a:rPr lang="en-US" sz="2200" b="0">
                <a:solidFill>
                  <a:srgbClr val="002060"/>
                </a:solidFill>
                <a:latin typeface="+mj-lt"/>
              </a:rPr>
              <a:t>Thu Hương.</a:t>
            </a:r>
          </a:p>
          <a:p>
            <a:endParaRPr lang="en-US" sz="2400" b="0">
              <a:solidFill>
                <a:srgbClr val="002060"/>
              </a:solidFill>
              <a:latin typeface="Arial" panose="020B0604020202020204" pitchFamily="34" charset="0"/>
              <a:cs typeface="Times New Roman" panose="02020603050405020304" pitchFamily="18" charset="0"/>
            </a:endParaRPr>
          </a:p>
          <a:p>
            <a:endParaRPr lang="en-US" sz="2400" b="0">
              <a:solidFill>
                <a:srgbClr val="002060"/>
              </a:solidFill>
              <a:latin typeface="Arial" panose="020B0604020202020204" pitchFamily="34" charset="0"/>
              <a:cs typeface="Times New Roman" panose="02020603050405020304" pitchFamily="18" charset="0"/>
            </a:endParaRPr>
          </a:p>
          <a:p>
            <a:endParaRPr lang="en-US" sz="900" b="0" kern="0">
              <a:solidFill>
                <a:srgbClr val="002060"/>
              </a:solidFill>
              <a:latin typeface="Arial" panose="020B0604020202020204" pitchFamily="34" charset="0"/>
              <a:cs typeface="Times New Roman" panose="02020603050405020304" pitchFamily="18" charset="0"/>
            </a:endParaRPr>
          </a:p>
          <a:p>
            <a:r>
              <a:rPr lang="en-US" sz="2200" b="0" i="1" kern="0">
                <a:solidFill>
                  <a:srgbClr val="002060"/>
                </a:solidFill>
                <a:latin typeface="Arial" panose="020B0604020202020204" pitchFamily="34" charset="0"/>
                <a:cs typeface="Times New Roman" panose="02020603050405020304" pitchFamily="18" charset="0"/>
              </a:rPr>
              <a:t>TP. Hồ Chí Minh, năm 2024</a:t>
            </a:r>
            <a:endParaRPr lang="en-US" sz="2200" i="1" kern="0" dirty="0">
              <a:solidFill>
                <a:srgbClr val="002060"/>
              </a:solidFill>
              <a:latin typeface="Arial" panose="020B0604020202020204" pitchFamily="34" charset="0"/>
              <a:cs typeface="Arial" panose="020B0604020202020204" pitchFamily="34" charset="0"/>
            </a:endParaRPr>
          </a:p>
        </p:txBody>
      </p:sp>
      <p:pic>
        <p:nvPicPr>
          <p:cNvPr id="2050" name="Picture 2" descr="Kết quả hình ảnh cho logo sở khoa học công nghệ hồ chí minh">
            <a:extLst>
              <a:ext uri="{FF2B5EF4-FFF2-40B4-BE49-F238E27FC236}">
                <a16:creationId xmlns:a16="http://schemas.microsoft.com/office/drawing/2014/main" id="{44736349-CF38-292B-88C2-F949911BC5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464" y="-45096"/>
            <a:ext cx="1209675"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B875F-5E4C-AA60-4B9B-1C172A52E168}"/>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79395EE4-9FBB-C90E-28F2-EFCF83C5D3CE}"/>
              </a:ext>
            </a:extLst>
          </p:cNvPr>
          <p:cNvSpPr>
            <a:spLocks noGrp="1"/>
          </p:cNvSpPr>
          <p:nvPr>
            <p:ph type="sldNum" sz="quarter" idx="11"/>
          </p:nvPr>
        </p:nvSpPr>
        <p:spPr/>
        <p:txBody>
          <a:bodyPr/>
          <a:lstStyle/>
          <a:p>
            <a:pPr>
              <a:defRPr/>
            </a:pPr>
            <a:fld id="{87BA42B7-A03A-4E76-A070-C9884681A202}" type="slidenum">
              <a:rPr lang="en-US" smtClean="0"/>
              <a:pPr>
                <a:defRPr/>
              </a:pPr>
              <a:t>2</a:t>
            </a:fld>
            <a:endParaRPr lang="en-US"/>
          </a:p>
        </p:txBody>
      </p:sp>
      <p:sp>
        <p:nvSpPr>
          <p:cNvPr id="4" name="TextBox 3">
            <a:extLst>
              <a:ext uri="{FF2B5EF4-FFF2-40B4-BE49-F238E27FC236}">
                <a16:creationId xmlns:a16="http://schemas.microsoft.com/office/drawing/2014/main" id="{884371BB-A43E-F60B-B9C2-63A82A1D4B98}"/>
              </a:ext>
            </a:extLst>
          </p:cNvPr>
          <p:cNvSpPr txBox="1"/>
          <p:nvPr/>
        </p:nvSpPr>
        <p:spPr>
          <a:xfrm>
            <a:off x="514439" y="1905000"/>
            <a:ext cx="8733481" cy="2123658"/>
          </a:xfrm>
          <a:prstGeom prst="rect">
            <a:avLst/>
          </a:prstGeom>
          <a:noFill/>
        </p:spPr>
        <p:txBody>
          <a:bodyPr wrap="none" rtlCol="0">
            <a:spAutoFit/>
          </a:bodyPr>
          <a:lstStyle/>
          <a:p>
            <a:pPr algn="l"/>
            <a:r>
              <a:rPr lang="en-US" sz="6600"/>
              <a:t>SSID: </a:t>
            </a:r>
            <a:r>
              <a:rPr lang="en-US" sz="6600" b="1"/>
              <a:t>sun</a:t>
            </a:r>
          </a:p>
          <a:p>
            <a:pPr algn="l"/>
            <a:r>
              <a:rPr lang="en-US" sz="6600"/>
              <a:t>Pass: </a:t>
            </a:r>
            <a:r>
              <a:rPr lang="en-US" sz="6600" b="1"/>
              <a:t>moon85@8@@</a:t>
            </a:r>
          </a:p>
        </p:txBody>
      </p:sp>
    </p:spTree>
    <p:extLst>
      <p:ext uri="{BB962C8B-B14F-4D97-AF65-F5344CB8AC3E}">
        <p14:creationId xmlns:p14="http://schemas.microsoft.com/office/powerpoint/2010/main" val="2571884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01" name="Rectangle 2"/>
          <p:cNvSpPr>
            <a:spLocks noGrp="1" noChangeArrowheads="1"/>
          </p:cNvSpPr>
          <p:nvPr>
            <p:ph type="title"/>
          </p:nvPr>
        </p:nvSpPr>
        <p:spPr>
          <a:xfrm>
            <a:off x="1143000" y="457200"/>
            <a:ext cx="8229600" cy="487363"/>
          </a:xfrm>
        </p:spPr>
        <p:txBody>
          <a:bodyPr/>
          <a:lstStyle/>
          <a:p>
            <a:pPr algn="ctr" eaLnBrk="1" hangingPunct="1"/>
            <a:r>
              <a:rPr lang="en-US" sz="3000" dirty="0" err="1">
                <a:latin typeface="Arial" panose="020B0604020202020204" pitchFamily="34" charset="0"/>
                <a:cs typeface="Arial" panose="020B0604020202020204" pitchFamily="34" charset="0"/>
              </a:rPr>
              <a:t>Nội</a:t>
            </a:r>
            <a:r>
              <a:rPr lang="en-US" sz="3000" dirty="0">
                <a:latin typeface="Arial" panose="020B0604020202020204" pitchFamily="34" charset="0"/>
                <a:cs typeface="Arial" panose="020B0604020202020204" pitchFamily="34" charset="0"/>
              </a:rPr>
              <a:t> dung </a:t>
            </a:r>
            <a:r>
              <a:rPr lang="en-US" sz="3000" dirty="0" err="1">
                <a:latin typeface="Arial" panose="020B0604020202020204" pitchFamily="34" charset="0"/>
                <a:cs typeface="Arial" panose="020B0604020202020204" pitchFamily="34" charset="0"/>
              </a:rPr>
              <a:t>báo</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cáo</a:t>
            </a:r>
            <a:endParaRPr lang="en-US" sz="3000" dirty="0">
              <a:solidFill>
                <a:srgbClr val="FFFF0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E349CA4C-9C07-4EF3-B713-3DA6065C95A2}"/>
              </a:ext>
            </a:extLst>
          </p:cNvPr>
          <p:cNvSpPr/>
          <p:nvPr/>
        </p:nvSpPr>
        <p:spPr>
          <a:xfrm>
            <a:off x="304800" y="1243012"/>
            <a:ext cx="8458200" cy="5286374"/>
          </a:xfrm>
          <a:prstGeom prst="swooshArrow">
            <a:avLst>
              <a:gd name="adj1" fmla="val 25000"/>
              <a:gd name="adj2" fmla="val 25000"/>
            </a:avLst>
          </a:prstGeom>
          <a:scene3d>
            <a:camera prst="orthographicFront"/>
            <a:lightRig rig="threePt" dir="t">
              <a:rot lat="0" lon="0" rev="7500000"/>
            </a:lightRig>
          </a:scene3d>
          <a:sp3d z="-152400" extrusionH="63500" prstMaterial="matte">
            <a:bevelT w="144450" h="6350" prst="relaxedInset"/>
            <a:contourClr>
              <a:schemeClr val="bg1"/>
            </a:contourClr>
          </a:sp3d>
        </p:spPr>
        <p:style>
          <a:lnRef idx="0">
            <a:schemeClr val="dk1">
              <a:hueOff val="0"/>
              <a:satOff val="0"/>
              <a:lumOff val="0"/>
              <a:alphaOff val="0"/>
            </a:schemeClr>
          </a:lnRef>
          <a:fillRef idx="3">
            <a:schemeClr val="accent2">
              <a:tint val="55000"/>
              <a:hueOff val="0"/>
              <a:satOff val="0"/>
              <a:lumOff val="0"/>
              <a:alphaOff val="0"/>
            </a:schemeClr>
          </a:fillRef>
          <a:effectRef idx="0">
            <a:schemeClr val="accent2">
              <a:tint val="5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Oval 3">
            <a:extLst>
              <a:ext uri="{FF2B5EF4-FFF2-40B4-BE49-F238E27FC236}">
                <a16:creationId xmlns:a16="http://schemas.microsoft.com/office/drawing/2014/main" id="{CEA578AA-570F-4119-A445-74E875F5C0BE}"/>
              </a:ext>
            </a:extLst>
          </p:cNvPr>
          <p:cNvSpPr/>
          <p:nvPr/>
        </p:nvSpPr>
        <p:spPr>
          <a:xfrm>
            <a:off x="1137932" y="5173960"/>
            <a:ext cx="194538" cy="19453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0"/>
              <a:satOff val="0"/>
              <a:lumOff val="0"/>
              <a:alphaOff val="0"/>
            </a:schemeClr>
          </a:fillRef>
          <a:effectRef idx="2">
            <a:schemeClr val="accent2">
              <a:shade val="50000"/>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EBAEDADE-3F0A-4E54-A20D-5C97CB0FF2B2}"/>
              </a:ext>
            </a:extLst>
          </p:cNvPr>
          <p:cNvSpPr/>
          <p:nvPr/>
        </p:nvSpPr>
        <p:spPr>
          <a:xfrm>
            <a:off x="612422" y="3509133"/>
            <a:ext cx="2163238" cy="1000989"/>
          </a:xfrm>
          <a:custGeom>
            <a:avLst/>
            <a:gdLst>
              <a:gd name="connsiteX0" fmla="*/ 0 w 2113711"/>
              <a:gd name="connsiteY0" fmla="*/ 0 h 1000989"/>
              <a:gd name="connsiteX1" fmla="*/ 2113711 w 2113711"/>
              <a:gd name="connsiteY1" fmla="*/ 0 h 1000989"/>
              <a:gd name="connsiteX2" fmla="*/ 2113711 w 2113711"/>
              <a:gd name="connsiteY2" fmla="*/ 1000989 h 1000989"/>
              <a:gd name="connsiteX3" fmla="*/ 0 w 2113711"/>
              <a:gd name="connsiteY3" fmla="*/ 1000989 h 1000989"/>
              <a:gd name="connsiteX4" fmla="*/ 0 w 2113711"/>
              <a:gd name="connsiteY4" fmla="*/ 0 h 10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3711" h="1000989">
                <a:moveTo>
                  <a:pt x="0" y="0"/>
                </a:moveTo>
                <a:lnTo>
                  <a:pt x="2113711" y="0"/>
                </a:lnTo>
                <a:lnTo>
                  <a:pt x="2113711" y="1000989"/>
                </a:lnTo>
                <a:lnTo>
                  <a:pt x="0" y="100098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082"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rgbClr val="FF0000"/>
                </a:solidFill>
                <a:latin typeface="+mj-lt"/>
              </a:rPr>
              <a:t>2. </a:t>
            </a:r>
            <a:r>
              <a:rPr lang="en-US" sz="1800" b="1" kern="1200" dirty="0" err="1">
                <a:solidFill>
                  <a:srgbClr val="FF0000"/>
                </a:solidFill>
                <a:latin typeface="+mj-lt"/>
              </a:rPr>
              <a:t>Tổng</a:t>
            </a:r>
            <a:r>
              <a:rPr lang="en-US" sz="1800" b="1" kern="1200" dirty="0">
                <a:solidFill>
                  <a:srgbClr val="FF0000"/>
                </a:solidFill>
                <a:latin typeface="+mj-lt"/>
              </a:rPr>
              <a:t> </a:t>
            </a:r>
            <a:r>
              <a:rPr lang="en-US" sz="1800" b="1" kern="1200" dirty="0" err="1">
                <a:solidFill>
                  <a:srgbClr val="FF0000"/>
                </a:solidFill>
                <a:latin typeface="+mj-lt"/>
              </a:rPr>
              <a:t>quan</a:t>
            </a:r>
            <a:r>
              <a:rPr lang="en-US" sz="1800" b="1" kern="1200" dirty="0">
                <a:solidFill>
                  <a:srgbClr val="FF0000"/>
                </a:solidFill>
                <a:latin typeface="+mj-lt"/>
              </a:rPr>
              <a:t> </a:t>
            </a:r>
            <a:r>
              <a:rPr lang="en-US" sz="1800" b="1" kern="1200" dirty="0" err="1">
                <a:solidFill>
                  <a:srgbClr val="FF0000"/>
                </a:solidFill>
                <a:latin typeface="+mj-lt"/>
              </a:rPr>
              <a:t>và</a:t>
            </a:r>
            <a:r>
              <a:rPr lang="en-US" sz="1800" b="1" kern="1200" dirty="0">
                <a:solidFill>
                  <a:srgbClr val="FF0000"/>
                </a:solidFill>
                <a:latin typeface="+mj-lt"/>
              </a:rPr>
              <a:t> </a:t>
            </a:r>
            <a:r>
              <a:rPr lang="en-US" sz="1800" b="1" kern="1200" dirty="0" err="1">
                <a:solidFill>
                  <a:srgbClr val="FF0000"/>
                </a:solidFill>
                <a:latin typeface="+mj-lt"/>
              </a:rPr>
              <a:t>tính</a:t>
            </a:r>
            <a:r>
              <a:rPr lang="en-US" sz="1800" b="1" kern="1200" dirty="0">
                <a:solidFill>
                  <a:srgbClr val="FF0000"/>
                </a:solidFill>
                <a:latin typeface="+mj-lt"/>
              </a:rPr>
              <a:t> </a:t>
            </a:r>
            <a:r>
              <a:rPr lang="en-US" sz="1800" b="1" kern="1200" dirty="0" err="1">
                <a:solidFill>
                  <a:srgbClr val="FF0000"/>
                </a:solidFill>
                <a:latin typeface="+mj-lt"/>
              </a:rPr>
              <a:t>cấp</a:t>
            </a:r>
            <a:r>
              <a:rPr lang="en-US" sz="1800" b="1" kern="1200" dirty="0">
                <a:solidFill>
                  <a:srgbClr val="FF0000"/>
                </a:solidFill>
                <a:latin typeface="+mj-lt"/>
              </a:rPr>
              <a:t> </a:t>
            </a:r>
            <a:r>
              <a:rPr lang="en-US" sz="1800" b="1" kern="1200" dirty="0" err="1">
                <a:solidFill>
                  <a:srgbClr val="FF0000"/>
                </a:solidFill>
                <a:latin typeface="+mj-lt"/>
              </a:rPr>
              <a:t>thiết</a:t>
            </a:r>
            <a:endParaRPr lang="en-US" sz="1800" b="1" kern="1200" dirty="0">
              <a:solidFill>
                <a:srgbClr val="FF0000"/>
              </a:solidFill>
              <a:latin typeface="+mj-lt"/>
            </a:endParaRPr>
          </a:p>
        </p:txBody>
      </p:sp>
      <p:sp>
        <p:nvSpPr>
          <p:cNvPr id="7" name="Oval 6">
            <a:extLst>
              <a:ext uri="{FF2B5EF4-FFF2-40B4-BE49-F238E27FC236}">
                <a16:creationId xmlns:a16="http://schemas.microsoft.com/office/drawing/2014/main" id="{B6E293A5-CB6D-43C9-B2A4-D043A263AC84}"/>
              </a:ext>
            </a:extLst>
          </p:cNvPr>
          <p:cNvSpPr/>
          <p:nvPr/>
        </p:nvSpPr>
        <p:spPr>
          <a:xfrm>
            <a:off x="2190978" y="4162148"/>
            <a:ext cx="304495" cy="304495"/>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818A0E56-9817-4195-AA80-82B2157162F9}"/>
              </a:ext>
            </a:extLst>
          </p:cNvPr>
          <p:cNvSpPr/>
          <p:nvPr/>
        </p:nvSpPr>
        <p:spPr>
          <a:xfrm>
            <a:off x="2775660" y="4267204"/>
            <a:ext cx="2002092" cy="914392"/>
          </a:xfrm>
          <a:custGeom>
            <a:avLst/>
            <a:gdLst>
              <a:gd name="connsiteX0" fmla="*/ 0 w 2002092"/>
              <a:gd name="connsiteY0" fmla="*/ 0 h 914392"/>
              <a:gd name="connsiteX1" fmla="*/ 2002092 w 2002092"/>
              <a:gd name="connsiteY1" fmla="*/ 0 h 914392"/>
              <a:gd name="connsiteX2" fmla="*/ 2002092 w 2002092"/>
              <a:gd name="connsiteY2" fmla="*/ 914392 h 914392"/>
              <a:gd name="connsiteX3" fmla="*/ 0 w 2002092"/>
              <a:gd name="connsiteY3" fmla="*/ 914392 h 914392"/>
              <a:gd name="connsiteX4" fmla="*/ 0 w 2002092"/>
              <a:gd name="connsiteY4" fmla="*/ 0 h 91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2092" h="914392">
                <a:moveTo>
                  <a:pt x="0" y="0"/>
                </a:moveTo>
                <a:lnTo>
                  <a:pt x="2002092" y="0"/>
                </a:lnTo>
                <a:lnTo>
                  <a:pt x="2002092" y="914392"/>
                </a:lnTo>
                <a:lnTo>
                  <a:pt x="0" y="91439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1346" tIns="0" rIns="0" bIns="0" numCol="1" spcCol="1270" anchor="t" anchorCtr="0">
            <a:noAutofit/>
          </a:bodyPr>
          <a:lstStyle/>
          <a:p>
            <a:pPr marL="0" lvl="0" indent="0" algn="ctr" defTabSz="800100">
              <a:lnSpc>
                <a:spcPct val="90000"/>
              </a:lnSpc>
              <a:spcBef>
                <a:spcPct val="0"/>
              </a:spcBef>
              <a:spcAft>
                <a:spcPct val="35000"/>
              </a:spcAft>
              <a:buNone/>
            </a:pPr>
            <a:r>
              <a:rPr lang="en-US" sz="1800" b="1" kern="1200" dirty="0">
                <a:solidFill>
                  <a:srgbClr val="FF0000"/>
                </a:solidFill>
                <a:latin typeface="+mj-lt"/>
              </a:rPr>
              <a:t>3. </a:t>
            </a:r>
            <a:r>
              <a:rPr lang="en-US" sz="1800" b="1" kern="1200" dirty="0" err="1">
                <a:solidFill>
                  <a:srgbClr val="FF0000"/>
                </a:solidFill>
                <a:latin typeface="+mj-lt"/>
              </a:rPr>
              <a:t>Nội</a:t>
            </a:r>
            <a:r>
              <a:rPr lang="en-US" sz="1800" b="1" kern="1200" dirty="0">
                <a:solidFill>
                  <a:srgbClr val="FF0000"/>
                </a:solidFill>
                <a:latin typeface="+mj-lt"/>
              </a:rPr>
              <a:t> dung, Phương </a:t>
            </a:r>
            <a:r>
              <a:rPr lang="en-US" sz="1800" b="1" kern="1200" dirty="0" err="1">
                <a:solidFill>
                  <a:srgbClr val="FF0000"/>
                </a:solidFill>
                <a:latin typeface="+mj-lt"/>
              </a:rPr>
              <a:t>pháp</a:t>
            </a:r>
            <a:r>
              <a:rPr lang="en-US" sz="1800" b="1" kern="1200" dirty="0">
                <a:solidFill>
                  <a:srgbClr val="FF0000"/>
                </a:solidFill>
                <a:latin typeface="+mj-lt"/>
              </a:rPr>
              <a:t> </a:t>
            </a:r>
            <a:r>
              <a:rPr lang="en-US" sz="1800" b="1" kern="1200" dirty="0" err="1">
                <a:solidFill>
                  <a:srgbClr val="FF0000"/>
                </a:solidFill>
                <a:latin typeface="+mj-lt"/>
              </a:rPr>
              <a:t>nghiên</a:t>
            </a:r>
            <a:r>
              <a:rPr lang="en-US" sz="1800" b="1" kern="1200" dirty="0">
                <a:solidFill>
                  <a:srgbClr val="FF0000"/>
                </a:solidFill>
                <a:latin typeface="+mj-lt"/>
              </a:rPr>
              <a:t> </a:t>
            </a:r>
            <a:r>
              <a:rPr lang="en-US" sz="1800" b="1" kern="1200" dirty="0" err="1">
                <a:solidFill>
                  <a:srgbClr val="FF0000"/>
                </a:solidFill>
                <a:latin typeface="+mj-lt"/>
              </a:rPr>
              <a:t>cứu</a:t>
            </a:r>
            <a:endParaRPr lang="en-US" sz="1800" b="1" kern="1200" dirty="0">
              <a:solidFill>
                <a:srgbClr val="FF0000"/>
              </a:solidFill>
              <a:latin typeface="+mj-lt"/>
            </a:endParaRPr>
          </a:p>
        </p:txBody>
      </p:sp>
      <p:sp>
        <p:nvSpPr>
          <p:cNvPr id="10" name="Freeform: Shape 9">
            <a:extLst>
              <a:ext uri="{FF2B5EF4-FFF2-40B4-BE49-F238E27FC236}">
                <a16:creationId xmlns:a16="http://schemas.microsoft.com/office/drawing/2014/main" id="{FBB0B5EE-474B-4B80-ADC8-2EF7E8D080D6}"/>
              </a:ext>
            </a:extLst>
          </p:cNvPr>
          <p:cNvSpPr/>
          <p:nvPr/>
        </p:nvSpPr>
        <p:spPr>
          <a:xfrm>
            <a:off x="3218012" y="2153204"/>
            <a:ext cx="2285993" cy="1189773"/>
          </a:xfrm>
          <a:custGeom>
            <a:avLst/>
            <a:gdLst>
              <a:gd name="connsiteX0" fmla="*/ 0 w 2285993"/>
              <a:gd name="connsiteY0" fmla="*/ 0 h 1189773"/>
              <a:gd name="connsiteX1" fmla="*/ 2285993 w 2285993"/>
              <a:gd name="connsiteY1" fmla="*/ 0 h 1189773"/>
              <a:gd name="connsiteX2" fmla="*/ 2285993 w 2285993"/>
              <a:gd name="connsiteY2" fmla="*/ 1189773 h 1189773"/>
              <a:gd name="connsiteX3" fmla="*/ 0 w 2285993"/>
              <a:gd name="connsiteY3" fmla="*/ 1189773 h 1189773"/>
              <a:gd name="connsiteX4" fmla="*/ 0 w 2285993"/>
              <a:gd name="connsiteY4" fmla="*/ 0 h 1189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3" h="1189773">
                <a:moveTo>
                  <a:pt x="0" y="0"/>
                </a:moveTo>
                <a:lnTo>
                  <a:pt x="2285993" y="0"/>
                </a:lnTo>
                <a:lnTo>
                  <a:pt x="2285993" y="1189773"/>
                </a:lnTo>
                <a:lnTo>
                  <a:pt x="0" y="118977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128"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mj-lt"/>
              </a:rPr>
              <a:t>4. </a:t>
            </a:r>
            <a:r>
              <a:rPr lang="en-US" sz="1800" b="1" kern="1200" dirty="0" err="1">
                <a:latin typeface="+mj-lt"/>
              </a:rPr>
              <a:t>Khả</a:t>
            </a:r>
            <a:r>
              <a:rPr lang="en-US" sz="1800" b="1" kern="1200" dirty="0">
                <a:latin typeface="+mj-lt"/>
              </a:rPr>
              <a:t> </a:t>
            </a:r>
            <a:r>
              <a:rPr lang="en-US" sz="1800" b="1" kern="1200" dirty="0" err="1">
                <a:latin typeface="+mj-lt"/>
              </a:rPr>
              <a:t>năng</a:t>
            </a:r>
            <a:r>
              <a:rPr lang="en-US" sz="1800" b="1" kern="1200" dirty="0">
                <a:latin typeface="+mj-lt"/>
              </a:rPr>
              <a:t> </a:t>
            </a:r>
            <a:r>
              <a:rPr lang="en-US" sz="1800" b="1" kern="1200" dirty="0" err="1">
                <a:latin typeface="+mj-lt"/>
              </a:rPr>
              <a:t>ứng</a:t>
            </a:r>
            <a:r>
              <a:rPr lang="en-US" sz="1800" b="1" kern="1200" dirty="0">
                <a:latin typeface="+mj-lt"/>
              </a:rPr>
              <a:t> </a:t>
            </a:r>
            <a:r>
              <a:rPr lang="en-US" sz="1800" b="1" kern="1200" dirty="0" err="1">
                <a:latin typeface="+mj-lt"/>
              </a:rPr>
              <a:t>dụng</a:t>
            </a:r>
            <a:r>
              <a:rPr lang="en-US" sz="1800" b="1" kern="1200" dirty="0">
                <a:latin typeface="+mj-lt"/>
              </a:rPr>
              <a:t> </a:t>
            </a:r>
            <a:r>
              <a:rPr lang="en-US" sz="1800" b="1" kern="1200" dirty="0" err="1">
                <a:latin typeface="+mj-lt"/>
              </a:rPr>
              <a:t>của</a:t>
            </a:r>
            <a:r>
              <a:rPr lang="en-US" sz="1800" b="1" kern="1200" dirty="0">
                <a:latin typeface="+mj-lt"/>
              </a:rPr>
              <a:t> </a:t>
            </a:r>
            <a:r>
              <a:rPr lang="en-US" sz="1800" b="1" kern="1200" dirty="0" err="1">
                <a:latin typeface="+mj-lt"/>
              </a:rPr>
              <a:t>sản</a:t>
            </a:r>
            <a:r>
              <a:rPr lang="en-US" sz="1800" b="1" kern="1200" dirty="0">
                <a:latin typeface="+mj-lt"/>
              </a:rPr>
              <a:t> </a:t>
            </a:r>
            <a:r>
              <a:rPr lang="en-US" sz="1800" b="1" kern="1200" dirty="0" err="1">
                <a:latin typeface="+mj-lt"/>
              </a:rPr>
              <a:t>phẩm</a:t>
            </a:r>
            <a:endParaRPr lang="en-US" sz="1800" b="1" kern="1200" dirty="0">
              <a:latin typeface="+mj-lt"/>
            </a:endParaRPr>
          </a:p>
        </p:txBody>
      </p:sp>
      <p:sp>
        <p:nvSpPr>
          <p:cNvPr id="12" name="Freeform: Shape 11">
            <a:extLst>
              <a:ext uri="{FF2B5EF4-FFF2-40B4-BE49-F238E27FC236}">
                <a16:creationId xmlns:a16="http://schemas.microsoft.com/office/drawing/2014/main" id="{6417A7CC-E145-4D53-8BC3-EDA85A059CDB}"/>
              </a:ext>
            </a:extLst>
          </p:cNvPr>
          <p:cNvSpPr/>
          <p:nvPr/>
        </p:nvSpPr>
        <p:spPr>
          <a:xfrm>
            <a:off x="5367295" y="3429000"/>
            <a:ext cx="2487934" cy="838204"/>
          </a:xfrm>
          <a:custGeom>
            <a:avLst/>
            <a:gdLst>
              <a:gd name="connsiteX0" fmla="*/ 0 w 2324127"/>
              <a:gd name="connsiteY0" fmla="*/ 0 h 998701"/>
              <a:gd name="connsiteX1" fmla="*/ 2324127 w 2324127"/>
              <a:gd name="connsiteY1" fmla="*/ 0 h 998701"/>
              <a:gd name="connsiteX2" fmla="*/ 2324127 w 2324127"/>
              <a:gd name="connsiteY2" fmla="*/ 998701 h 998701"/>
              <a:gd name="connsiteX3" fmla="*/ 0 w 2324127"/>
              <a:gd name="connsiteY3" fmla="*/ 998701 h 998701"/>
              <a:gd name="connsiteX4" fmla="*/ 0 w 2324127"/>
              <a:gd name="connsiteY4" fmla="*/ 0 h 998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27" h="998701">
                <a:moveTo>
                  <a:pt x="0" y="0"/>
                </a:moveTo>
                <a:lnTo>
                  <a:pt x="2324127" y="0"/>
                </a:lnTo>
                <a:lnTo>
                  <a:pt x="2324127" y="998701"/>
                </a:lnTo>
                <a:lnTo>
                  <a:pt x="0" y="99870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7873"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mj-lt"/>
              </a:rPr>
              <a:t>5. </a:t>
            </a:r>
            <a:r>
              <a:rPr lang="en-US" sz="1800" b="1" kern="1200" dirty="0" err="1">
                <a:latin typeface="+mj-lt"/>
              </a:rPr>
              <a:t>Nhu</a:t>
            </a:r>
            <a:r>
              <a:rPr lang="en-US" sz="1800" b="1" kern="1200" dirty="0">
                <a:latin typeface="+mj-lt"/>
              </a:rPr>
              <a:t> </a:t>
            </a:r>
            <a:r>
              <a:rPr lang="en-US" sz="1800" b="1" kern="1200" dirty="0" err="1">
                <a:latin typeface="+mj-lt"/>
              </a:rPr>
              <a:t>cầu</a:t>
            </a:r>
            <a:r>
              <a:rPr lang="en-US" sz="1800" b="1" kern="1200" dirty="0">
                <a:latin typeface="+mj-lt"/>
              </a:rPr>
              <a:t> </a:t>
            </a:r>
            <a:r>
              <a:rPr lang="en-US" sz="1800" b="1" kern="1200" dirty="0" err="1">
                <a:latin typeface="+mj-lt"/>
              </a:rPr>
              <a:t>ứng</a:t>
            </a:r>
            <a:r>
              <a:rPr lang="en-US" sz="1800" b="1" kern="1200" dirty="0">
                <a:latin typeface="+mj-lt"/>
              </a:rPr>
              <a:t> </a:t>
            </a:r>
            <a:r>
              <a:rPr lang="en-US" sz="1800" b="1" kern="1200" dirty="0" err="1">
                <a:latin typeface="+mj-lt"/>
              </a:rPr>
              <a:t>dụng</a:t>
            </a:r>
            <a:r>
              <a:rPr lang="en-US" sz="1800" b="1" kern="1200" dirty="0">
                <a:latin typeface="+mj-lt"/>
              </a:rPr>
              <a:t> </a:t>
            </a:r>
            <a:r>
              <a:rPr lang="en-US" sz="1800" b="1" kern="1200" dirty="0" err="1">
                <a:latin typeface="+mj-lt"/>
              </a:rPr>
              <a:t>và</a:t>
            </a:r>
            <a:r>
              <a:rPr lang="en-US" sz="1800" b="1" kern="1200" dirty="0">
                <a:latin typeface="+mj-lt"/>
              </a:rPr>
              <a:t> Phương </a:t>
            </a:r>
            <a:r>
              <a:rPr lang="en-US" sz="1800" b="1" kern="1200" dirty="0" err="1">
                <a:latin typeface="+mj-lt"/>
              </a:rPr>
              <a:t>thức</a:t>
            </a:r>
            <a:r>
              <a:rPr lang="en-US" sz="1800" b="1" kern="1200" dirty="0">
                <a:latin typeface="+mj-lt"/>
              </a:rPr>
              <a:t> </a:t>
            </a:r>
            <a:r>
              <a:rPr lang="en-US" sz="1800" b="1" kern="1200" dirty="0" err="1">
                <a:latin typeface="+mj-lt"/>
              </a:rPr>
              <a:t>chuyển</a:t>
            </a:r>
            <a:r>
              <a:rPr lang="en-US" sz="1800" b="1" kern="1200" dirty="0">
                <a:latin typeface="+mj-lt"/>
              </a:rPr>
              <a:t> </a:t>
            </a:r>
            <a:r>
              <a:rPr lang="en-US" sz="1800" b="1" kern="1200" dirty="0" err="1">
                <a:latin typeface="+mj-lt"/>
              </a:rPr>
              <a:t>giao</a:t>
            </a:r>
            <a:endParaRPr lang="en-US" sz="1800" b="1" kern="1200" dirty="0">
              <a:latin typeface="+mj-lt"/>
            </a:endParaRPr>
          </a:p>
        </p:txBody>
      </p:sp>
      <p:sp>
        <p:nvSpPr>
          <p:cNvPr id="13" name="Oval 12">
            <a:extLst>
              <a:ext uri="{FF2B5EF4-FFF2-40B4-BE49-F238E27FC236}">
                <a16:creationId xmlns:a16="http://schemas.microsoft.com/office/drawing/2014/main" id="{3AC38CDC-ECB6-4324-8101-9A2830C8103A}"/>
              </a:ext>
            </a:extLst>
          </p:cNvPr>
          <p:cNvSpPr/>
          <p:nvPr/>
        </p:nvSpPr>
        <p:spPr>
          <a:xfrm>
            <a:off x="7418074" y="2209799"/>
            <a:ext cx="668197" cy="668197"/>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8311118D-408D-45C2-B996-5F5172E1FA27}"/>
              </a:ext>
            </a:extLst>
          </p:cNvPr>
          <p:cNvSpPr/>
          <p:nvPr/>
        </p:nvSpPr>
        <p:spPr>
          <a:xfrm>
            <a:off x="874941" y="5657706"/>
            <a:ext cx="2782659" cy="668197"/>
          </a:xfrm>
          <a:custGeom>
            <a:avLst/>
            <a:gdLst>
              <a:gd name="connsiteX0" fmla="*/ 0 w 1645948"/>
              <a:gd name="connsiteY0" fmla="*/ 0 h 1042804"/>
              <a:gd name="connsiteX1" fmla="*/ 1645948 w 1645948"/>
              <a:gd name="connsiteY1" fmla="*/ 0 h 1042804"/>
              <a:gd name="connsiteX2" fmla="*/ 1645948 w 1645948"/>
              <a:gd name="connsiteY2" fmla="*/ 1042804 h 1042804"/>
              <a:gd name="connsiteX3" fmla="*/ 0 w 1645948"/>
              <a:gd name="connsiteY3" fmla="*/ 1042804 h 1042804"/>
              <a:gd name="connsiteX4" fmla="*/ 0 w 1645948"/>
              <a:gd name="connsiteY4" fmla="*/ 0 h 104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5948" h="1042804">
                <a:moveTo>
                  <a:pt x="0" y="0"/>
                </a:moveTo>
                <a:lnTo>
                  <a:pt x="1645948" y="0"/>
                </a:lnTo>
                <a:lnTo>
                  <a:pt x="1645948" y="1042804"/>
                </a:lnTo>
                <a:lnTo>
                  <a:pt x="0" y="10428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4064"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rgbClr val="FF0000"/>
                </a:solidFill>
                <a:latin typeface="+mj-lt"/>
              </a:rPr>
              <a:t>1.</a:t>
            </a:r>
            <a:r>
              <a:rPr lang="en-US" sz="1800" b="1" kern="1200">
                <a:solidFill>
                  <a:srgbClr val="FF0000"/>
                </a:solidFill>
                <a:latin typeface="+mj-lt"/>
              </a:rPr>
              <a:t>Năng lực </a:t>
            </a:r>
            <a:r>
              <a:rPr lang="en-US" sz="1800" b="1" kern="1200" dirty="0" err="1">
                <a:solidFill>
                  <a:srgbClr val="FF0000"/>
                </a:solidFill>
                <a:latin typeface="+mj-lt"/>
              </a:rPr>
              <a:t>tổ</a:t>
            </a:r>
            <a:r>
              <a:rPr lang="en-US" sz="1800" b="1" kern="1200" dirty="0">
                <a:solidFill>
                  <a:srgbClr val="FF0000"/>
                </a:solidFill>
                <a:latin typeface="+mj-lt"/>
              </a:rPr>
              <a:t> </a:t>
            </a:r>
            <a:r>
              <a:rPr lang="en-US" sz="1800" b="1" kern="1200" dirty="0" err="1">
                <a:solidFill>
                  <a:srgbClr val="FF0000"/>
                </a:solidFill>
                <a:latin typeface="+mj-lt"/>
              </a:rPr>
              <a:t>chức</a:t>
            </a:r>
            <a:r>
              <a:rPr lang="en-US" sz="1800" b="1" kern="1200" dirty="0">
                <a:solidFill>
                  <a:srgbClr val="FF0000"/>
                </a:solidFill>
                <a:latin typeface="+mj-lt"/>
              </a:rPr>
              <a:t> </a:t>
            </a:r>
            <a:r>
              <a:rPr lang="en-US" sz="1800" b="1" kern="1200" dirty="0" err="1">
                <a:solidFill>
                  <a:srgbClr val="FF0000"/>
                </a:solidFill>
                <a:latin typeface="+mj-lt"/>
              </a:rPr>
              <a:t>thực</a:t>
            </a:r>
            <a:r>
              <a:rPr lang="en-US" sz="1800" b="1" kern="1200" dirty="0">
                <a:solidFill>
                  <a:srgbClr val="FF0000"/>
                </a:solidFill>
                <a:latin typeface="+mj-lt"/>
              </a:rPr>
              <a:t> </a:t>
            </a:r>
            <a:r>
              <a:rPr lang="en-US" sz="1800" b="1" kern="1200" dirty="0" err="1">
                <a:solidFill>
                  <a:srgbClr val="FF0000"/>
                </a:solidFill>
                <a:latin typeface="+mj-lt"/>
              </a:rPr>
              <a:t>hiện</a:t>
            </a:r>
            <a:endParaRPr lang="en-US" sz="1800" b="1" kern="1200" dirty="0">
              <a:solidFill>
                <a:srgbClr val="FF0000"/>
              </a:solidFill>
              <a:latin typeface="+mj-lt"/>
            </a:endParaRPr>
          </a:p>
        </p:txBody>
      </p:sp>
      <p:sp>
        <p:nvSpPr>
          <p:cNvPr id="17" name="TextBox 16">
            <a:extLst>
              <a:ext uri="{FF2B5EF4-FFF2-40B4-BE49-F238E27FC236}">
                <a16:creationId xmlns:a16="http://schemas.microsoft.com/office/drawing/2014/main" id="{990FDF08-3E94-4E35-A793-0BC43458587B}"/>
              </a:ext>
            </a:extLst>
          </p:cNvPr>
          <p:cNvSpPr txBox="1"/>
          <p:nvPr/>
        </p:nvSpPr>
        <p:spPr>
          <a:xfrm>
            <a:off x="5397112" y="1140696"/>
            <a:ext cx="2758262" cy="646331"/>
          </a:xfrm>
          <a:prstGeom prst="rect">
            <a:avLst/>
          </a:prstGeom>
          <a:noFill/>
        </p:spPr>
        <p:txBody>
          <a:bodyPr wrap="square">
            <a:spAutoFit/>
          </a:bodyPr>
          <a:lstStyle/>
          <a:p>
            <a:pPr marL="171450"/>
            <a:r>
              <a:rPr lang="en-US" b="1" dirty="0">
                <a:solidFill>
                  <a:srgbClr val="FF0000"/>
                </a:solidFill>
                <a:latin typeface="+mj-lt"/>
              </a:rPr>
              <a:t>6. </a:t>
            </a:r>
            <a:r>
              <a:rPr lang="en-US" b="1" dirty="0" err="1">
                <a:solidFill>
                  <a:srgbClr val="FF0000"/>
                </a:solidFill>
                <a:latin typeface="+mj-lt"/>
              </a:rPr>
              <a:t>Kế</a:t>
            </a:r>
            <a:r>
              <a:rPr lang="en-US" b="1" dirty="0">
                <a:solidFill>
                  <a:srgbClr val="FF0000"/>
                </a:solidFill>
                <a:latin typeface="+mj-lt"/>
              </a:rPr>
              <a:t> </a:t>
            </a:r>
            <a:r>
              <a:rPr lang="en-US" b="1" dirty="0" err="1">
                <a:solidFill>
                  <a:srgbClr val="FF0000"/>
                </a:solidFill>
                <a:latin typeface="+mj-lt"/>
              </a:rPr>
              <a:t>hoạch</a:t>
            </a:r>
            <a:r>
              <a:rPr lang="en-US" b="1" dirty="0">
                <a:solidFill>
                  <a:srgbClr val="FF0000"/>
                </a:solidFill>
                <a:latin typeface="+mj-lt"/>
              </a:rPr>
              <a:t> </a:t>
            </a:r>
            <a:r>
              <a:rPr lang="en-US" b="1" dirty="0" err="1">
                <a:solidFill>
                  <a:srgbClr val="FF0000"/>
                </a:solidFill>
                <a:latin typeface="+mj-lt"/>
              </a:rPr>
              <a:t>thực</a:t>
            </a:r>
            <a:r>
              <a:rPr lang="en-US" b="1" dirty="0">
                <a:solidFill>
                  <a:srgbClr val="FF0000"/>
                </a:solidFill>
                <a:latin typeface="+mj-lt"/>
              </a:rPr>
              <a:t> </a:t>
            </a:r>
            <a:r>
              <a:rPr lang="en-US" b="1" dirty="0" err="1">
                <a:solidFill>
                  <a:srgbClr val="FF0000"/>
                </a:solidFill>
                <a:latin typeface="+mj-lt"/>
              </a:rPr>
              <a:t>hiện</a:t>
            </a:r>
            <a:r>
              <a:rPr lang="en-US" b="1" dirty="0">
                <a:solidFill>
                  <a:srgbClr val="FF0000"/>
                </a:solidFill>
                <a:latin typeface="+mj-lt"/>
              </a:rPr>
              <a:t> </a:t>
            </a:r>
            <a:r>
              <a:rPr lang="en-US" b="1" dirty="0" err="1">
                <a:solidFill>
                  <a:srgbClr val="FF0000"/>
                </a:solidFill>
                <a:latin typeface="+mj-lt"/>
              </a:rPr>
              <a:t>và</a:t>
            </a:r>
            <a:r>
              <a:rPr lang="en-US" b="1" dirty="0">
                <a:solidFill>
                  <a:srgbClr val="FF0000"/>
                </a:solidFill>
                <a:latin typeface="+mj-lt"/>
              </a:rPr>
              <a:t> </a:t>
            </a:r>
            <a:r>
              <a:rPr lang="en-US" b="1" dirty="0" err="1">
                <a:solidFill>
                  <a:srgbClr val="FF0000"/>
                </a:solidFill>
                <a:latin typeface="+mj-lt"/>
              </a:rPr>
              <a:t>dự</a:t>
            </a:r>
            <a:r>
              <a:rPr lang="en-US" b="1" dirty="0">
                <a:solidFill>
                  <a:srgbClr val="FF0000"/>
                </a:solidFill>
                <a:latin typeface="+mj-lt"/>
              </a:rPr>
              <a:t> </a:t>
            </a:r>
            <a:r>
              <a:rPr lang="en-US" b="1" dirty="0" err="1">
                <a:solidFill>
                  <a:srgbClr val="FF0000"/>
                </a:solidFill>
                <a:latin typeface="+mj-lt"/>
              </a:rPr>
              <a:t>toán</a:t>
            </a:r>
            <a:r>
              <a:rPr lang="en-US" b="1" dirty="0">
                <a:solidFill>
                  <a:srgbClr val="FF0000"/>
                </a:solidFill>
                <a:latin typeface="+mj-lt"/>
              </a:rPr>
              <a:t> </a:t>
            </a:r>
            <a:r>
              <a:rPr lang="en-US" b="1" dirty="0" err="1">
                <a:solidFill>
                  <a:srgbClr val="FF0000"/>
                </a:solidFill>
                <a:latin typeface="+mj-lt"/>
              </a:rPr>
              <a:t>kinh</a:t>
            </a:r>
            <a:r>
              <a:rPr lang="en-US" b="1" dirty="0">
                <a:solidFill>
                  <a:srgbClr val="FF0000"/>
                </a:solidFill>
                <a:latin typeface="+mj-lt"/>
              </a:rPr>
              <a:t> </a:t>
            </a:r>
            <a:r>
              <a:rPr lang="en-US" b="1" dirty="0" err="1">
                <a:solidFill>
                  <a:srgbClr val="FF0000"/>
                </a:solidFill>
                <a:latin typeface="+mj-lt"/>
              </a:rPr>
              <a:t>phí</a:t>
            </a:r>
            <a:endParaRPr lang="en-US" b="1" dirty="0">
              <a:solidFill>
                <a:srgbClr val="FF0000"/>
              </a:solidFill>
              <a:latin typeface="+mj-lt"/>
            </a:endParaRPr>
          </a:p>
        </p:txBody>
      </p:sp>
      <p:sp>
        <p:nvSpPr>
          <p:cNvPr id="18" name="Oval 17">
            <a:extLst>
              <a:ext uri="{FF2B5EF4-FFF2-40B4-BE49-F238E27FC236}">
                <a16:creationId xmlns:a16="http://schemas.microsoft.com/office/drawing/2014/main" id="{65A5CD82-35DA-4E4F-98DC-C59B160297A6}"/>
              </a:ext>
            </a:extLst>
          </p:cNvPr>
          <p:cNvSpPr/>
          <p:nvPr/>
        </p:nvSpPr>
        <p:spPr>
          <a:xfrm>
            <a:off x="5792840" y="2455996"/>
            <a:ext cx="594360" cy="594360"/>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BF0FF626-690C-46C5-A3BE-3B755EAF880A}"/>
              </a:ext>
            </a:extLst>
          </p:cNvPr>
          <p:cNvSpPr/>
          <p:nvPr/>
        </p:nvSpPr>
        <p:spPr>
          <a:xfrm>
            <a:off x="4240758" y="2966939"/>
            <a:ext cx="521208" cy="52120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2DD6CB7-2501-4B96-BF75-13160855B349}"/>
              </a:ext>
            </a:extLst>
          </p:cNvPr>
          <p:cNvSpPr/>
          <p:nvPr/>
        </p:nvSpPr>
        <p:spPr>
          <a:xfrm>
            <a:off x="3151632" y="3538180"/>
            <a:ext cx="402336" cy="402336"/>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9E74F803-28A2-4422-8459-EF581EFF7F9F}"/>
              </a:ext>
            </a:extLst>
          </p:cNvPr>
          <p:cNvSpPr>
            <a:spLocks noGrp="1"/>
          </p:cNvSpPr>
          <p:nvPr>
            <p:ph type="sldNum" sz="quarter" idx="11"/>
          </p:nvPr>
        </p:nvSpPr>
        <p:spPr/>
        <p:txBody>
          <a:bodyPr/>
          <a:lstStyle/>
          <a:p>
            <a:pPr>
              <a:defRPr/>
            </a:pPr>
            <a:fld id="{87BA42B7-A03A-4E76-A070-C9884681A202}" type="slidenum">
              <a:rPr lang="en-US" smtClean="0"/>
              <a:pPr>
                <a:defRPr/>
              </a:pPr>
              <a:t>3</a:t>
            </a:fld>
            <a:endParaRPr lang="en-US"/>
          </a:p>
        </p:txBody>
      </p:sp>
    </p:spTree>
    <p:extLst>
      <p:ext uri="{BB962C8B-B14F-4D97-AF65-F5344CB8AC3E}">
        <p14:creationId xmlns:p14="http://schemas.microsoft.com/office/powerpoint/2010/main" val="23767532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26">
            <a:extLst>
              <a:ext uri="{FF2B5EF4-FFF2-40B4-BE49-F238E27FC236}">
                <a16:creationId xmlns:a16="http://schemas.microsoft.com/office/drawing/2014/main" id="{73CDB11A-5C7F-4D5E-86B1-3AAC74D5D66C}"/>
              </a:ext>
            </a:extLst>
          </p:cNvPr>
          <p:cNvSpPr/>
          <p:nvPr/>
        </p:nvSpPr>
        <p:spPr>
          <a:xfrm>
            <a:off x="1139763" y="5173960"/>
            <a:ext cx="192024" cy="192024"/>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894E5C4B-125F-4FF5-98DF-E84C69E1C8AE}"/>
              </a:ext>
            </a:extLst>
          </p:cNvPr>
          <p:cNvSpPr/>
          <p:nvPr/>
        </p:nvSpPr>
        <p:spPr>
          <a:xfrm>
            <a:off x="4289958" y="2973399"/>
            <a:ext cx="521208" cy="52120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33FFB187-549F-4335-BBD4-BC941C6260A3}"/>
              </a:ext>
            </a:extLst>
          </p:cNvPr>
          <p:cNvSpPr/>
          <p:nvPr/>
        </p:nvSpPr>
        <p:spPr>
          <a:xfrm>
            <a:off x="3148420" y="3514201"/>
            <a:ext cx="402336" cy="402336"/>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3" name="Shape 2">
            <a:extLst>
              <a:ext uri="{FF2B5EF4-FFF2-40B4-BE49-F238E27FC236}">
                <a16:creationId xmlns:a16="http://schemas.microsoft.com/office/drawing/2014/main" id="{E349CA4C-9C07-4EF3-B713-3DA6065C95A2}"/>
              </a:ext>
            </a:extLst>
          </p:cNvPr>
          <p:cNvSpPr/>
          <p:nvPr/>
        </p:nvSpPr>
        <p:spPr>
          <a:xfrm>
            <a:off x="304800" y="1243012"/>
            <a:ext cx="8458200" cy="5286374"/>
          </a:xfrm>
          <a:prstGeom prst="swooshArrow">
            <a:avLst>
              <a:gd name="adj1" fmla="val 25000"/>
              <a:gd name="adj2" fmla="val 25000"/>
            </a:avLst>
          </a:prstGeom>
          <a:scene3d>
            <a:camera prst="orthographicFront"/>
            <a:lightRig rig="threePt" dir="t">
              <a:rot lat="0" lon="0" rev="7500000"/>
            </a:lightRig>
          </a:scene3d>
          <a:sp3d z="-152400" extrusionH="63500" prstMaterial="matte">
            <a:bevelT w="144450" h="6350" prst="relaxedInset"/>
            <a:contourClr>
              <a:schemeClr val="bg1"/>
            </a:contourClr>
          </a:sp3d>
        </p:spPr>
        <p:style>
          <a:lnRef idx="0">
            <a:schemeClr val="dk1">
              <a:hueOff val="0"/>
              <a:satOff val="0"/>
              <a:lumOff val="0"/>
              <a:alphaOff val="0"/>
            </a:schemeClr>
          </a:lnRef>
          <a:fillRef idx="3">
            <a:schemeClr val="accent2">
              <a:tint val="55000"/>
              <a:hueOff val="0"/>
              <a:satOff val="0"/>
              <a:lumOff val="0"/>
              <a:alphaOff val="0"/>
            </a:schemeClr>
          </a:fillRef>
          <a:effectRef idx="0">
            <a:schemeClr val="accent2">
              <a:tint val="5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7901" name="Rectangle 2"/>
          <p:cNvSpPr>
            <a:spLocks noGrp="1" noChangeArrowheads="1"/>
          </p:cNvSpPr>
          <p:nvPr>
            <p:ph type="title"/>
          </p:nvPr>
        </p:nvSpPr>
        <p:spPr>
          <a:xfrm>
            <a:off x="1143000" y="457200"/>
            <a:ext cx="8229600" cy="487363"/>
          </a:xfrm>
        </p:spPr>
        <p:txBody>
          <a:bodyPr/>
          <a:lstStyle/>
          <a:p>
            <a:pPr algn="ctr" eaLnBrk="1" hangingPunct="1"/>
            <a:r>
              <a:rPr lang="en-US" sz="3000" dirty="0" err="1">
                <a:latin typeface="Arial" panose="020B0604020202020204" pitchFamily="34" charset="0"/>
                <a:cs typeface="Arial" panose="020B0604020202020204" pitchFamily="34" charset="0"/>
              </a:rPr>
              <a:t>Nội</a:t>
            </a:r>
            <a:r>
              <a:rPr lang="en-US" sz="3000" dirty="0">
                <a:latin typeface="Arial" panose="020B0604020202020204" pitchFamily="34" charset="0"/>
                <a:cs typeface="Arial" panose="020B0604020202020204" pitchFamily="34" charset="0"/>
              </a:rPr>
              <a:t> dung </a:t>
            </a:r>
            <a:r>
              <a:rPr lang="en-US" sz="3000" dirty="0" err="1">
                <a:latin typeface="Arial" panose="020B0604020202020204" pitchFamily="34" charset="0"/>
                <a:cs typeface="Arial" panose="020B0604020202020204" pitchFamily="34" charset="0"/>
              </a:rPr>
              <a:t>báo</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cáo</a:t>
            </a:r>
            <a:endParaRPr lang="en-US" sz="3000" dirty="0">
              <a:solidFill>
                <a:srgbClr val="FFFF00"/>
              </a:solidFill>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CEA578AA-570F-4119-A445-74E875F5C0BE}"/>
              </a:ext>
            </a:extLst>
          </p:cNvPr>
          <p:cNvSpPr/>
          <p:nvPr/>
        </p:nvSpPr>
        <p:spPr>
          <a:xfrm>
            <a:off x="1137932" y="5173960"/>
            <a:ext cx="194538" cy="19453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0"/>
              <a:satOff val="0"/>
              <a:lumOff val="0"/>
              <a:alphaOff val="0"/>
            </a:schemeClr>
          </a:fillRef>
          <a:effectRef idx="2">
            <a:schemeClr val="accent2">
              <a:shade val="50000"/>
              <a:hueOff val="0"/>
              <a:satOff val="0"/>
              <a:lumOff val="0"/>
              <a:alphaOff val="0"/>
            </a:schemeClr>
          </a:effectRef>
          <a:fontRef idx="minor">
            <a:schemeClr val="lt1"/>
          </a:fontRef>
        </p:style>
        <p:txBody>
          <a:bodyPr/>
          <a:lstStyle/>
          <a:p>
            <a:endParaRPr lang="en-US"/>
          </a:p>
        </p:txBody>
      </p:sp>
      <p:sp>
        <p:nvSpPr>
          <p:cNvPr id="7" name="Oval 6">
            <a:extLst>
              <a:ext uri="{FF2B5EF4-FFF2-40B4-BE49-F238E27FC236}">
                <a16:creationId xmlns:a16="http://schemas.microsoft.com/office/drawing/2014/main" id="{B6E293A5-CB6D-43C9-B2A4-D043A263AC84}"/>
              </a:ext>
            </a:extLst>
          </p:cNvPr>
          <p:cNvSpPr/>
          <p:nvPr/>
        </p:nvSpPr>
        <p:spPr>
          <a:xfrm>
            <a:off x="2190978" y="4162148"/>
            <a:ext cx="304495" cy="304495"/>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9" name="Oval 8">
            <a:extLst>
              <a:ext uri="{FF2B5EF4-FFF2-40B4-BE49-F238E27FC236}">
                <a16:creationId xmlns:a16="http://schemas.microsoft.com/office/drawing/2014/main" id="{148DCDE8-51E8-4F8A-9B6B-4451A695FB4A}"/>
              </a:ext>
            </a:extLst>
          </p:cNvPr>
          <p:cNvSpPr/>
          <p:nvPr/>
        </p:nvSpPr>
        <p:spPr>
          <a:xfrm>
            <a:off x="3150874" y="3505202"/>
            <a:ext cx="405993" cy="405993"/>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08FC6911-3B88-45CC-94AD-D3FDFFA7184E}"/>
              </a:ext>
            </a:extLst>
          </p:cNvPr>
          <p:cNvSpPr/>
          <p:nvPr/>
        </p:nvSpPr>
        <p:spPr>
          <a:xfrm>
            <a:off x="4302863" y="2971799"/>
            <a:ext cx="524408" cy="52440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3AC38CDC-ECB6-4324-8101-9A2830C8103A}"/>
              </a:ext>
            </a:extLst>
          </p:cNvPr>
          <p:cNvSpPr/>
          <p:nvPr/>
        </p:nvSpPr>
        <p:spPr>
          <a:xfrm>
            <a:off x="7418074" y="2209799"/>
            <a:ext cx="668197" cy="668197"/>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65A5CD82-35DA-4E4F-98DC-C59B160297A6}"/>
              </a:ext>
            </a:extLst>
          </p:cNvPr>
          <p:cNvSpPr/>
          <p:nvPr/>
        </p:nvSpPr>
        <p:spPr>
          <a:xfrm>
            <a:off x="5792840" y="2455996"/>
            <a:ext cx="594360" cy="594360"/>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2" name="Oval 21">
            <a:extLst>
              <a:ext uri="{FF2B5EF4-FFF2-40B4-BE49-F238E27FC236}">
                <a16:creationId xmlns:a16="http://schemas.microsoft.com/office/drawing/2014/main" id="{8F0493CA-311F-4B8F-B635-7F077D7F7489}"/>
              </a:ext>
            </a:extLst>
          </p:cNvPr>
          <p:cNvSpPr/>
          <p:nvPr/>
        </p:nvSpPr>
        <p:spPr>
          <a:xfrm>
            <a:off x="5791200" y="2438400"/>
            <a:ext cx="594360" cy="594360"/>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3" name="Oval 22">
            <a:extLst>
              <a:ext uri="{FF2B5EF4-FFF2-40B4-BE49-F238E27FC236}">
                <a16:creationId xmlns:a16="http://schemas.microsoft.com/office/drawing/2014/main" id="{25140D34-EC2B-43CE-B976-3DB6D35F4A85}"/>
              </a:ext>
            </a:extLst>
          </p:cNvPr>
          <p:cNvSpPr/>
          <p:nvPr/>
        </p:nvSpPr>
        <p:spPr>
          <a:xfrm>
            <a:off x="7418759" y="2197232"/>
            <a:ext cx="667512" cy="667512"/>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6" name="Oval 25">
            <a:extLst>
              <a:ext uri="{FF2B5EF4-FFF2-40B4-BE49-F238E27FC236}">
                <a16:creationId xmlns:a16="http://schemas.microsoft.com/office/drawing/2014/main" id="{4BCB4629-5D73-44A3-A95B-92EC9E799471}"/>
              </a:ext>
            </a:extLst>
          </p:cNvPr>
          <p:cNvSpPr/>
          <p:nvPr/>
        </p:nvSpPr>
        <p:spPr>
          <a:xfrm>
            <a:off x="2193721" y="4156487"/>
            <a:ext cx="301752" cy="301752"/>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2B9AD5C1-984D-45A1-A91F-7585C2857755}"/>
              </a:ext>
            </a:extLst>
          </p:cNvPr>
          <p:cNvSpPr>
            <a:spLocks noGrp="1"/>
          </p:cNvSpPr>
          <p:nvPr>
            <p:ph type="sldNum" sz="quarter" idx="11"/>
          </p:nvPr>
        </p:nvSpPr>
        <p:spPr/>
        <p:txBody>
          <a:bodyPr/>
          <a:lstStyle/>
          <a:p>
            <a:pPr>
              <a:defRPr/>
            </a:pPr>
            <a:fld id="{87BA42B7-A03A-4E76-A070-C9884681A202}" type="slidenum">
              <a:rPr lang="en-US" smtClean="0"/>
              <a:pPr>
                <a:defRPr/>
              </a:pPr>
              <a:t>4</a:t>
            </a:fld>
            <a:endParaRPr lang="en-US"/>
          </a:p>
        </p:txBody>
      </p:sp>
      <p:sp>
        <p:nvSpPr>
          <p:cNvPr id="34" name="Freeform: Shape 33">
            <a:extLst>
              <a:ext uri="{FF2B5EF4-FFF2-40B4-BE49-F238E27FC236}">
                <a16:creationId xmlns:a16="http://schemas.microsoft.com/office/drawing/2014/main" id="{8F0F7CF1-5737-4ED2-A6DA-1CE18D156360}"/>
              </a:ext>
            </a:extLst>
          </p:cNvPr>
          <p:cNvSpPr/>
          <p:nvPr/>
        </p:nvSpPr>
        <p:spPr>
          <a:xfrm>
            <a:off x="612422" y="3509133"/>
            <a:ext cx="2163238" cy="1000989"/>
          </a:xfrm>
          <a:custGeom>
            <a:avLst/>
            <a:gdLst>
              <a:gd name="connsiteX0" fmla="*/ 0 w 2113711"/>
              <a:gd name="connsiteY0" fmla="*/ 0 h 1000989"/>
              <a:gd name="connsiteX1" fmla="*/ 2113711 w 2113711"/>
              <a:gd name="connsiteY1" fmla="*/ 0 h 1000989"/>
              <a:gd name="connsiteX2" fmla="*/ 2113711 w 2113711"/>
              <a:gd name="connsiteY2" fmla="*/ 1000989 h 1000989"/>
              <a:gd name="connsiteX3" fmla="*/ 0 w 2113711"/>
              <a:gd name="connsiteY3" fmla="*/ 1000989 h 1000989"/>
              <a:gd name="connsiteX4" fmla="*/ 0 w 2113711"/>
              <a:gd name="connsiteY4" fmla="*/ 0 h 10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3711" h="1000989">
                <a:moveTo>
                  <a:pt x="0" y="0"/>
                </a:moveTo>
                <a:lnTo>
                  <a:pt x="2113711" y="0"/>
                </a:lnTo>
                <a:lnTo>
                  <a:pt x="2113711" y="1000989"/>
                </a:lnTo>
                <a:lnTo>
                  <a:pt x="0" y="100098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082"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75000"/>
                  </a:schemeClr>
                </a:solidFill>
                <a:latin typeface="+mj-lt"/>
              </a:rPr>
              <a:t>2. </a:t>
            </a:r>
            <a:r>
              <a:rPr lang="en-US" sz="1800" b="1" kern="1200" dirty="0" err="1">
                <a:solidFill>
                  <a:schemeClr val="bg1">
                    <a:lumMod val="75000"/>
                  </a:schemeClr>
                </a:solidFill>
                <a:latin typeface="+mj-lt"/>
              </a:rPr>
              <a:t>Tổng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quan</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và</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tính</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cấp</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thiết</a:t>
            </a:r>
            <a:endParaRPr lang="en-US" sz="1800" b="1" kern="1200" dirty="0">
              <a:solidFill>
                <a:schemeClr val="bg1">
                  <a:lumMod val="75000"/>
                </a:schemeClr>
              </a:solidFill>
              <a:latin typeface="+mj-lt"/>
            </a:endParaRPr>
          </a:p>
        </p:txBody>
      </p:sp>
      <p:sp>
        <p:nvSpPr>
          <p:cNvPr id="35" name="Freeform: Shape 34">
            <a:extLst>
              <a:ext uri="{FF2B5EF4-FFF2-40B4-BE49-F238E27FC236}">
                <a16:creationId xmlns:a16="http://schemas.microsoft.com/office/drawing/2014/main" id="{DA5EA19D-2C19-429E-B3E9-72368B548322}"/>
              </a:ext>
            </a:extLst>
          </p:cNvPr>
          <p:cNvSpPr/>
          <p:nvPr/>
        </p:nvSpPr>
        <p:spPr>
          <a:xfrm>
            <a:off x="2775660" y="4267204"/>
            <a:ext cx="2002092" cy="914392"/>
          </a:xfrm>
          <a:custGeom>
            <a:avLst/>
            <a:gdLst>
              <a:gd name="connsiteX0" fmla="*/ 0 w 2002092"/>
              <a:gd name="connsiteY0" fmla="*/ 0 h 914392"/>
              <a:gd name="connsiteX1" fmla="*/ 2002092 w 2002092"/>
              <a:gd name="connsiteY1" fmla="*/ 0 h 914392"/>
              <a:gd name="connsiteX2" fmla="*/ 2002092 w 2002092"/>
              <a:gd name="connsiteY2" fmla="*/ 914392 h 914392"/>
              <a:gd name="connsiteX3" fmla="*/ 0 w 2002092"/>
              <a:gd name="connsiteY3" fmla="*/ 914392 h 914392"/>
              <a:gd name="connsiteX4" fmla="*/ 0 w 2002092"/>
              <a:gd name="connsiteY4" fmla="*/ 0 h 91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2092" h="914392">
                <a:moveTo>
                  <a:pt x="0" y="0"/>
                </a:moveTo>
                <a:lnTo>
                  <a:pt x="2002092" y="0"/>
                </a:lnTo>
                <a:lnTo>
                  <a:pt x="2002092" y="914392"/>
                </a:lnTo>
                <a:lnTo>
                  <a:pt x="0" y="91439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1346" tIns="0" rIns="0" bIns="0" numCol="1" spcCol="1270" anchor="t" anchorCtr="0">
            <a:noAutofit/>
          </a:bodyPr>
          <a:lstStyle/>
          <a:p>
            <a:pPr marL="0" lvl="0" indent="0" algn="ctr" defTabSz="800100">
              <a:lnSpc>
                <a:spcPct val="90000"/>
              </a:lnSpc>
              <a:spcBef>
                <a:spcPct val="0"/>
              </a:spcBef>
              <a:spcAft>
                <a:spcPct val="35000"/>
              </a:spcAft>
              <a:buNone/>
            </a:pPr>
            <a:r>
              <a:rPr lang="en-US" sz="1800" b="1" kern="1200" dirty="0">
                <a:solidFill>
                  <a:schemeClr val="bg1">
                    <a:lumMod val="75000"/>
                  </a:schemeClr>
                </a:solidFill>
                <a:latin typeface="+mj-lt"/>
              </a:rPr>
              <a:t>3. </a:t>
            </a:r>
            <a:r>
              <a:rPr lang="en-US" sz="1800" b="1" kern="1200" dirty="0" err="1">
                <a:solidFill>
                  <a:schemeClr val="bg1">
                    <a:lumMod val="75000"/>
                  </a:schemeClr>
                </a:solidFill>
                <a:latin typeface="+mj-lt"/>
              </a:rPr>
              <a:t>Nội</a:t>
            </a:r>
            <a:r>
              <a:rPr lang="en-US" sz="1800" b="1" kern="1200" dirty="0">
                <a:solidFill>
                  <a:schemeClr val="bg1">
                    <a:lumMod val="75000"/>
                  </a:schemeClr>
                </a:solidFill>
                <a:latin typeface="+mj-lt"/>
              </a:rPr>
              <a:t> dung, Phương </a:t>
            </a:r>
            <a:r>
              <a:rPr lang="en-US" sz="1800" b="1" kern="1200" dirty="0" err="1">
                <a:solidFill>
                  <a:schemeClr val="bg1">
                    <a:lumMod val="75000"/>
                  </a:schemeClr>
                </a:solidFill>
                <a:latin typeface="+mj-lt"/>
              </a:rPr>
              <a:t>pháp</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nghiên</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cứu</a:t>
            </a:r>
            <a:endParaRPr lang="en-US" sz="1800" b="1" kern="1200" dirty="0">
              <a:solidFill>
                <a:schemeClr val="bg1">
                  <a:lumMod val="75000"/>
                </a:schemeClr>
              </a:solidFill>
              <a:latin typeface="+mj-lt"/>
            </a:endParaRPr>
          </a:p>
        </p:txBody>
      </p:sp>
      <p:sp>
        <p:nvSpPr>
          <p:cNvPr id="36" name="Freeform: Shape 35">
            <a:extLst>
              <a:ext uri="{FF2B5EF4-FFF2-40B4-BE49-F238E27FC236}">
                <a16:creationId xmlns:a16="http://schemas.microsoft.com/office/drawing/2014/main" id="{3C7BA502-84D9-4369-8FFD-F3650E206C31}"/>
              </a:ext>
            </a:extLst>
          </p:cNvPr>
          <p:cNvSpPr/>
          <p:nvPr/>
        </p:nvSpPr>
        <p:spPr>
          <a:xfrm>
            <a:off x="3218012" y="2153204"/>
            <a:ext cx="2285993" cy="1189773"/>
          </a:xfrm>
          <a:custGeom>
            <a:avLst/>
            <a:gdLst>
              <a:gd name="connsiteX0" fmla="*/ 0 w 2285993"/>
              <a:gd name="connsiteY0" fmla="*/ 0 h 1189773"/>
              <a:gd name="connsiteX1" fmla="*/ 2285993 w 2285993"/>
              <a:gd name="connsiteY1" fmla="*/ 0 h 1189773"/>
              <a:gd name="connsiteX2" fmla="*/ 2285993 w 2285993"/>
              <a:gd name="connsiteY2" fmla="*/ 1189773 h 1189773"/>
              <a:gd name="connsiteX3" fmla="*/ 0 w 2285993"/>
              <a:gd name="connsiteY3" fmla="*/ 1189773 h 1189773"/>
              <a:gd name="connsiteX4" fmla="*/ 0 w 2285993"/>
              <a:gd name="connsiteY4" fmla="*/ 0 h 1189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3" h="1189773">
                <a:moveTo>
                  <a:pt x="0" y="0"/>
                </a:moveTo>
                <a:lnTo>
                  <a:pt x="2285993" y="0"/>
                </a:lnTo>
                <a:lnTo>
                  <a:pt x="2285993" y="1189773"/>
                </a:lnTo>
                <a:lnTo>
                  <a:pt x="0" y="118977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128"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75000"/>
                  </a:schemeClr>
                </a:solidFill>
                <a:latin typeface="+mj-lt"/>
              </a:rPr>
              <a:t>4. </a:t>
            </a:r>
            <a:r>
              <a:rPr lang="en-US" sz="1800" b="1" kern="1200" dirty="0" err="1">
                <a:solidFill>
                  <a:schemeClr val="bg1">
                    <a:lumMod val="75000"/>
                  </a:schemeClr>
                </a:solidFill>
                <a:latin typeface="+mj-lt"/>
              </a:rPr>
              <a:t>Khả</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năng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ứng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dụng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của</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sản</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phẩm</a:t>
            </a:r>
            <a:endParaRPr lang="en-US" sz="1800" b="1" kern="1200" dirty="0">
              <a:solidFill>
                <a:schemeClr val="bg1">
                  <a:lumMod val="75000"/>
                </a:schemeClr>
              </a:solidFill>
              <a:latin typeface="+mj-lt"/>
            </a:endParaRPr>
          </a:p>
        </p:txBody>
      </p:sp>
      <p:sp>
        <p:nvSpPr>
          <p:cNvPr id="37" name="Freeform: Shape 36">
            <a:extLst>
              <a:ext uri="{FF2B5EF4-FFF2-40B4-BE49-F238E27FC236}">
                <a16:creationId xmlns:a16="http://schemas.microsoft.com/office/drawing/2014/main" id="{7B2479B4-E630-45D9-ABC8-2845E0E37C16}"/>
              </a:ext>
            </a:extLst>
          </p:cNvPr>
          <p:cNvSpPr/>
          <p:nvPr/>
        </p:nvSpPr>
        <p:spPr>
          <a:xfrm>
            <a:off x="5367295" y="3429000"/>
            <a:ext cx="2487934" cy="838204"/>
          </a:xfrm>
          <a:custGeom>
            <a:avLst/>
            <a:gdLst>
              <a:gd name="connsiteX0" fmla="*/ 0 w 2324127"/>
              <a:gd name="connsiteY0" fmla="*/ 0 h 998701"/>
              <a:gd name="connsiteX1" fmla="*/ 2324127 w 2324127"/>
              <a:gd name="connsiteY1" fmla="*/ 0 h 998701"/>
              <a:gd name="connsiteX2" fmla="*/ 2324127 w 2324127"/>
              <a:gd name="connsiteY2" fmla="*/ 998701 h 998701"/>
              <a:gd name="connsiteX3" fmla="*/ 0 w 2324127"/>
              <a:gd name="connsiteY3" fmla="*/ 998701 h 998701"/>
              <a:gd name="connsiteX4" fmla="*/ 0 w 2324127"/>
              <a:gd name="connsiteY4" fmla="*/ 0 h 998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27" h="998701">
                <a:moveTo>
                  <a:pt x="0" y="0"/>
                </a:moveTo>
                <a:lnTo>
                  <a:pt x="2324127" y="0"/>
                </a:lnTo>
                <a:lnTo>
                  <a:pt x="2324127" y="998701"/>
                </a:lnTo>
                <a:lnTo>
                  <a:pt x="0" y="99870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7873"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75000"/>
                  </a:schemeClr>
                </a:solidFill>
                <a:latin typeface="+mj-lt"/>
              </a:rPr>
              <a:t>5. </a:t>
            </a:r>
            <a:r>
              <a:rPr lang="en-US" sz="1800" b="1" kern="1200" dirty="0" err="1">
                <a:solidFill>
                  <a:schemeClr val="bg1">
                    <a:lumMod val="75000"/>
                  </a:schemeClr>
                </a:solidFill>
                <a:latin typeface="+mj-lt"/>
              </a:rPr>
              <a:t>Nhu</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cầu</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ứng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dụng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và</a:t>
            </a:r>
            <a:r>
              <a:rPr lang="en-US" sz="1800" b="1" kern="1200" dirty="0">
                <a:solidFill>
                  <a:schemeClr val="bg1">
                    <a:lumMod val="75000"/>
                  </a:schemeClr>
                </a:solidFill>
                <a:latin typeface="+mj-lt"/>
              </a:rPr>
              <a:t> Phương </a:t>
            </a:r>
            <a:r>
              <a:rPr lang="en-US" sz="1800" b="1" kern="1200" dirty="0" err="1">
                <a:solidFill>
                  <a:schemeClr val="bg1">
                    <a:lumMod val="75000"/>
                  </a:schemeClr>
                </a:solidFill>
                <a:latin typeface="+mj-lt"/>
              </a:rPr>
              <a:t>thức</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chuyển</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giao</a:t>
            </a:r>
            <a:endParaRPr lang="en-US" sz="1800" b="1" kern="1200" dirty="0">
              <a:solidFill>
                <a:schemeClr val="bg1">
                  <a:lumMod val="75000"/>
                </a:schemeClr>
              </a:solidFill>
              <a:latin typeface="+mj-lt"/>
            </a:endParaRPr>
          </a:p>
        </p:txBody>
      </p:sp>
      <p:sp>
        <p:nvSpPr>
          <p:cNvPr id="38" name="Freeform: Shape 37">
            <a:extLst>
              <a:ext uri="{FF2B5EF4-FFF2-40B4-BE49-F238E27FC236}">
                <a16:creationId xmlns:a16="http://schemas.microsoft.com/office/drawing/2014/main" id="{44B29A94-DE6C-4CB0-A2ED-41783945ED44}"/>
              </a:ext>
            </a:extLst>
          </p:cNvPr>
          <p:cNvSpPr/>
          <p:nvPr/>
        </p:nvSpPr>
        <p:spPr>
          <a:xfrm>
            <a:off x="874941" y="5657706"/>
            <a:ext cx="2343071" cy="668197"/>
          </a:xfrm>
          <a:custGeom>
            <a:avLst/>
            <a:gdLst>
              <a:gd name="connsiteX0" fmla="*/ 0 w 1645948"/>
              <a:gd name="connsiteY0" fmla="*/ 0 h 1042804"/>
              <a:gd name="connsiteX1" fmla="*/ 1645948 w 1645948"/>
              <a:gd name="connsiteY1" fmla="*/ 0 h 1042804"/>
              <a:gd name="connsiteX2" fmla="*/ 1645948 w 1645948"/>
              <a:gd name="connsiteY2" fmla="*/ 1042804 h 1042804"/>
              <a:gd name="connsiteX3" fmla="*/ 0 w 1645948"/>
              <a:gd name="connsiteY3" fmla="*/ 1042804 h 1042804"/>
              <a:gd name="connsiteX4" fmla="*/ 0 w 1645948"/>
              <a:gd name="connsiteY4" fmla="*/ 0 h 104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5948" h="1042804">
                <a:moveTo>
                  <a:pt x="0" y="0"/>
                </a:moveTo>
                <a:lnTo>
                  <a:pt x="1645948" y="0"/>
                </a:lnTo>
                <a:lnTo>
                  <a:pt x="1645948" y="1042804"/>
                </a:lnTo>
                <a:lnTo>
                  <a:pt x="0" y="10428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4064"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mj-lt"/>
              </a:rPr>
              <a:t>1.Năng </a:t>
            </a:r>
            <a:r>
              <a:rPr lang="en-US" sz="1800" b="1" kern="1200" dirty="0" err="1">
                <a:latin typeface="+mj-lt"/>
              </a:rPr>
              <a:t>lực</a:t>
            </a:r>
            <a:r>
              <a:rPr lang="en-US" sz="1800" b="1" kern="1200" dirty="0">
                <a:latin typeface="+mj-lt"/>
              </a:rPr>
              <a:t> </a:t>
            </a:r>
            <a:r>
              <a:rPr lang="en-US" sz="1800" b="1" kern="1200" dirty="0" err="1">
                <a:latin typeface="+mj-lt"/>
              </a:rPr>
              <a:t>tổ</a:t>
            </a:r>
            <a:r>
              <a:rPr lang="en-US" sz="1800" b="1" kern="1200" dirty="0">
                <a:latin typeface="+mj-lt"/>
              </a:rPr>
              <a:t> </a:t>
            </a:r>
            <a:r>
              <a:rPr lang="en-US" sz="1800" b="1" kern="1200" dirty="0" err="1">
                <a:latin typeface="+mj-lt"/>
              </a:rPr>
              <a:t>chức</a:t>
            </a:r>
            <a:r>
              <a:rPr lang="en-US" sz="1800" b="1" kern="1200" dirty="0">
                <a:latin typeface="+mj-lt"/>
              </a:rPr>
              <a:t> </a:t>
            </a:r>
            <a:r>
              <a:rPr lang="en-US" sz="1800" b="1" kern="1200" dirty="0" err="1">
                <a:latin typeface="+mj-lt"/>
              </a:rPr>
              <a:t>thực</a:t>
            </a:r>
            <a:r>
              <a:rPr lang="en-US" sz="1800" b="1" kern="1200" dirty="0">
                <a:latin typeface="+mj-lt"/>
              </a:rPr>
              <a:t> </a:t>
            </a:r>
            <a:r>
              <a:rPr lang="en-US" sz="1800" b="1" kern="1200" dirty="0" err="1">
                <a:latin typeface="+mj-lt"/>
              </a:rPr>
              <a:t>hiện</a:t>
            </a:r>
            <a:endParaRPr lang="en-US" sz="1800" b="1" kern="1200" dirty="0">
              <a:latin typeface="+mj-lt"/>
            </a:endParaRPr>
          </a:p>
        </p:txBody>
      </p:sp>
      <p:sp>
        <p:nvSpPr>
          <p:cNvPr id="39" name="TextBox 38">
            <a:extLst>
              <a:ext uri="{FF2B5EF4-FFF2-40B4-BE49-F238E27FC236}">
                <a16:creationId xmlns:a16="http://schemas.microsoft.com/office/drawing/2014/main" id="{1CD54C9F-D38C-40C6-AEA8-640D557BC9C0}"/>
              </a:ext>
            </a:extLst>
          </p:cNvPr>
          <p:cNvSpPr txBox="1"/>
          <p:nvPr/>
        </p:nvSpPr>
        <p:spPr>
          <a:xfrm>
            <a:off x="5397112" y="1140696"/>
            <a:ext cx="2758262" cy="646331"/>
          </a:xfrm>
          <a:prstGeom prst="rect">
            <a:avLst/>
          </a:prstGeom>
          <a:noFill/>
        </p:spPr>
        <p:txBody>
          <a:bodyPr wrap="square">
            <a:spAutoFit/>
          </a:bodyPr>
          <a:lstStyle/>
          <a:p>
            <a:pPr marL="171450"/>
            <a:r>
              <a:rPr lang="en-US" b="1" dirty="0">
                <a:solidFill>
                  <a:schemeClr val="bg1">
                    <a:lumMod val="75000"/>
                  </a:schemeClr>
                </a:solidFill>
                <a:latin typeface="+mj-lt"/>
              </a:rPr>
              <a:t>6. </a:t>
            </a:r>
            <a:r>
              <a:rPr lang="en-US" b="1" dirty="0" err="1">
                <a:solidFill>
                  <a:schemeClr val="bg1">
                    <a:lumMod val="75000"/>
                  </a:schemeClr>
                </a:solidFill>
                <a:latin typeface="+mj-lt"/>
              </a:rPr>
              <a:t>Kế</a:t>
            </a:r>
            <a:r>
              <a:rPr lang="en-US" b="1" dirty="0">
                <a:solidFill>
                  <a:schemeClr val="bg1">
                    <a:lumMod val="75000"/>
                  </a:schemeClr>
                </a:solidFill>
                <a:latin typeface="+mj-lt"/>
              </a:rPr>
              <a:t> </a:t>
            </a:r>
            <a:r>
              <a:rPr lang="en-US" b="1" dirty="0" err="1">
                <a:solidFill>
                  <a:schemeClr val="bg1">
                    <a:lumMod val="75000"/>
                  </a:schemeClr>
                </a:solidFill>
                <a:latin typeface="+mj-lt"/>
              </a:rPr>
              <a:t>hoạch</a:t>
            </a:r>
            <a:r>
              <a:rPr lang="en-US" b="1" dirty="0">
                <a:solidFill>
                  <a:schemeClr val="bg1">
                    <a:lumMod val="75000"/>
                  </a:schemeClr>
                </a:solidFill>
                <a:latin typeface="+mj-lt"/>
              </a:rPr>
              <a:t> </a:t>
            </a:r>
            <a:r>
              <a:rPr lang="en-US" b="1" dirty="0" err="1">
                <a:solidFill>
                  <a:schemeClr val="bg1">
                    <a:lumMod val="75000"/>
                  </a:schemeClr>
                </a:solidFill>
                <a:latin typeface="+mj-lt"/>
              </a:rPr>
              <a:t>thực</a:t>
            </a:r>
            <a:r>
              <a:rPr lang="en-US" b="1" dirty="0">
                <a:solidFill>
                  <a:schemeClr val="bg1">
                    <a:lumMod val="75000"/>
                  </a:schemeClr>
                </a:solidFill>
                <a:latin typeface="+mj-lt"/>
              </a:rPr>
              <a:t> </a:t>
            </a:r>
            <a:r>
              <a:rPr lang="en-US" b="1" dirty="0" err="1">
                <a:solidFill>
                  <a:schemeClr val="bg1">
                    <a:lumMod val="75000"/>
                  </a:schemeClr>
                </a:solidFill>
                <a:latin typeface="+mj-lt"/>
              </a:rPr>
              <a:t>hiện</a:t>
            </a:r>
            <a:r>
              <a:rPr lang="en-US" b="1" dirty="0">
                <a:solidFill>
                  <a:schemeClr val="bg1">
                    <a:lumMod val="75000"/>
                  </a:schemeClr>
                </a:solidFill>
                <a:latin typeface="+mj-lt"/>
              </a:rPr>
              <a:t> </a:t>
            </a:r>
            <a:r>
              <a:rPr lang="en-US" b="1" dirty="0" err="1">
                <a:solidFill>
                  <a:schemeClr val="bg1">
                    <a:lumMod val="75000"/>
                  </a:schemeClr>
                </a:solidFill>
                <a:latin typeface="+mj-lt"/>
              </a:rPr>
              <a:t>và</a:t>
            </a:r>
            <a:r>
              <a:rPr lang="en-US" b="1" dirty="0">
                <a:solidFill>
                  <a:schemeClr val="bg1">
                    <a:lumMod val="75000"/>
                  </a:schemeClr>
                </a:solidFill>
                <a:latin typeface="+mj-lt"/>
              </a:rPr>
              <a:t> </a:t>
            </a:r>
            <a:r>
              <a:rPr lang="en-US" b="1" dirty="0" err="1">
                <a:solidFill>
                  <a:schemeClr val="bg1">
                    <a:lumMod val="75000"/>
                  </a:schemeClr>
                </a:solidFill>
                <a:latin typeface="+mj-lt"/>
              </a:rPr>
              <a:t>dự</a:t>
            </a:r>
            <a:r>
              <a:rPr lang="en-US" b="1" dirty="0">
                <a:solidFill>
                  <a:schemeClr val="bg1">
                    <a:lumMod val="75000"/>
                  </a:schemeClr>
                </a:solidFill>
                <a:latin typeface="+mj-lt"/>
              </a:rPr>
              <a:t> </a:t>
            </a:r>
            <a:r>
              <a:rPr lang="en-US" b="1" dirty="0" err="1">
                <a:solidFill>
                  <a:schemeClr val="bg1">
                    <a:lumMod val="75000"/>
                  </a:schemeClr>
                </a:solidFill>
                <a:latin typeface="+mj-lt"/>
              </a:rPr>
              <a:t>toán</a:t>
            </a:r>
            <a:r>
              <a:rPr lang="en-US" b="1" dirty="0">
                <a:solidFill>
                  <a:schemeClr val="bg1">
                    <a:lumMod val="75000"/>
                  </a:schemeClr>
                </a:solidFill>
                <a:latin typeface="+mj-lt"/>
              </a:rPr>
              <a:t> </a:t>
            </a:r>
            <a:r>
              <a:rPr lang="en-US" b="1" dirty="0" err="1">
                <a:solidFill>
                  <a:schemeClr val="bg1">
                    <a:lumMod val="75000"/>
                  </a:schemeClr>
                </a:solidFill>
                <a:latin typeface="+mj-lt"/>
              </a:rPr>
              <a:t>kinh</a:t>
            </a:r>
            <a:r>
              <a:rPr lang="en-US" b="1" dirty="0">
                <a:solidFill>
                  <a:schemeClr val="bg1">
                    <a:lumMod val="75000"/>
                  </a:schemeClr>
                </a:solidFill>
                <a:latin typeface="+mj-lt"/>
              </a:rPr>
              <a:t> </a:t>
            </a:r>
            <a:r>
              <a:rPr lang="en-US" b="1" dirty="0" err="1">
                <a:solidFill>
                  <a:schemeClr val="bg1">
                    <a:lumMod val="75000"/>
                  </a:schemeClr>
                </a:solidFill>
                <a:latin typeface="+mj-lt"/>
              </a:rPr>
              <a:t>phí</a:t>
            </a:r>
            <a:endParaRPr lang="en-US" b="1" dirty="0">
              <a:solidFill>
                <a:schemeClr val="bg1">
                  <a:lumMod val="75000"/>
                </a:schemeClr>
              </a:solidFill>
              <a:latin typeface="+mj-lt"/>
            </a:endParaRPr>
          </a:p>
        </p:txBody>
      </p:sp>
    </p:spTree>
    <p:extLst>
      <p:ext uri="{BB962C8B-B14F-4D97-AF65-F5344CB8AC3E}">
        <p14:creationId xmlns:p14="http://schemas.microsoft.com/office/powerpoint/2010/main" val="3502763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EA764-222B-4D9C-95BF-FC31A5DEDD6B}"/>
              </a:ext>
            </a:extLst>
          </p:cNvPr>
          <p:cNvSpPr>
            <a:spLocks noGrp="1"/>
          </p:cNvSpPr>
          <p:nvPr>
            <p:ph type="title"/>
          </p:nvPr>
        </p:nvSpPr>
        <p:spPr/>
        <p:txBody>
          <a:bodyPr/>
          <a:lstStyle/>
          <a:p>
            <a:r>
              <a:rPr lang="en-US" dirty="0"/>
              <a:t>1. </a:t>
            </a:r>
            <a:r>
              <a:rPr lang="en-US" dirty="0" err="1"/>
              <a:t>Năng</a:t>
            </a:r>
            <a:r>
              <a:rPr lang="en-US" dirty="0"/>
              <a:t> </a:t>
            </a:r>
            <a:r>
              <a:rPr lang="en-US" dirty="0" err="1"/>
              <a:t>lực</a:t>
            </a:r>
            <a:r>
              <a:rPr lang="en-US" dirty="0"/>
              <a:t> </a:t>
            </a:r>
            <a:r>
              <a:rPr lang="en-US" dirty="0" err="1"/>
              <a:t>của</a:t>
            </a:r>
            <a:r>
              <a:rPr lang="en-US" dirty="0"/>
              <a:t> </a:t>
            </a:r>
            <a:r>
              <a:rPr lang="en-US" dirty="0" err="1"/>
              <a:t>tổ</a:t>
            </a:r>
            <a:r>
              <a:rPr lang="en-US" dirty="0"/>
              <a:t> </a:t>
            </a:r>
            <a:r>
              <a:rPr lang="en-US" dirty="0" err="1"/>
              <a:t>chức</a:t>
            </a:r>
            <a:r>
              <a:rPr lang="en-US" dirty="0"/>
              <a:t> </a:t>
            </a:r>
            <a:r>
              <a:rPr lang="en-US" dirty="0" err="1"/>
              <a:t>chủ</a:t>
            </a:r>
            <a:r>
              <a:rPr lang="en-US" dirty="0"/>
              <a:t> </a:t>
            </a:r>
            <a:r>
              <a:rPr lang="en-US" dirty="0" err="1"/>
              <a:t>trì</a:t>
            </a:r>
            <a:endParaRPr lang="en-US" dirty="0"/>
          </a:p>
        </p:txBody>
      </p:sp>
      <p:sp>
        <p:nvSpPr>
          <p:cNvPr id="3" name="Content Placeholder 2">
            <a:extLst>
              <a:ext uri="{FF2B5EF4-FFF2-40B4-BE49-F238E27FC236}">
                <a16:creationId xmlns:a16="http://schemas.microsoft.com/office/drawing/2014/main" id="{84081C3A-C680-4C34-9B5D-62952F35232E}"/>
              </a:ext>
            </a:extLst>
          </p:cNvPr>
          <p:cNvSpPr>
            <a:spLocks noGrp="1"/>
          </p:cNvSpPr>
          <p:nvPr>
            <p:ph idx="1"/>
          </p:nvPr>
        </p:nvSpPr>
        <p:spPr>
          <a:xfrm>
            <a:off x="207629" y="1143001"/>
            <a:ext cx="8588229" cy="5105400"/>
          </a:xfrm>
        </p:spPr>
        <p:txBody>
          <a:bodyPr>
            <a:normAutofit/>
          </a:bodyPr>
          <a:lstStyle/>
          <a:p>
            <a:r>
              <a:rPr lang="fr-FR" sz="2000" b="1" dirty="0" err="1">
                <a:latin typeface="+mj-lt"/>
                <a:ea typeface="Times New Roman" panose="02020603050405020304" pitchFamily="18" charset="0"/>
                <a:cs typeface="Times New Roman" panose="02020603050405020304" pitchFamily="18" charset="0"/>
              </a:rPr>
              <a:t>Tên</a:t>
            </a:r>
            <a:r>
              <a:rPr lang="fr-FR" sz="2000" b="1" dirty="0">
                <a:latin typeface="+mj-lt"/>
                <a:ea typeface="Times New Roman" panose="02020603050405020304" pitchFamily="18" charset="0"/>
                <a:cs typeface="Times New Roman" panose="02020603050405020304" pitchFamily="18" charset="0"/>
              </a:rPr>
              <a:t> </a:t>
            </a:r>
            <a:r>
              <a:rPr lang="fr-FR" sz="2000" b="1" dirty="0" err="1">
                <a:latin typeface="+mj-lt"/>
                <a:ea typeface="Times New Roman" panose="02020603050405020304" pitchFamily="18" charset="0"/>
                <a:cs typeface="Times New Roman" panose="02020603050405020304" pitchFamily="18" charset="0"/>
              </a:rPr>
              <a:t>tổ</a:t>
            </a:r>
            <a:r>
              <a:rPr lang="fr-FR" sz="2000" b="1" dirty="0">
                <a:latin typeface="+mj-lt"/>
                <a:ea typeface="Times New Roman" panose="02020603050405020304" pitchFamily="18" charset="0"/>
                <a:cs typeface="Times New Roman" panose="02020603050405020304" pitchFamily="18" charset="0"/>
              </a:rPr>
              <a:t> </a:t>
            </a:r>
            <a:r>
              <a:rPr lang="fr-FR" sz="2000" b="1" dirty="0" err="1">
                <a:latin typeface="+mj-lt"/>
                <a:ea typeface="Times New Roman" panose="02020603050405020304" pitchFamily="18" charset="0"/>
                <a:cs typeface="Times New Roman" panose="02020603050405020304" pitchFamily="18" charset="0"/>
              </a:rPr>
              <a:t>chức</a:t>
            </a:r>
            <a:r>
              <a:rPr lang="fr-FR" sz="2000" b="1" dirty="0">
                <a:latin typeface="+mj-lt"/>
                <a:ea typeface="Times New Roman" panose="02020603050405020304" pitchFamily="18" charset="0"/>
                <a:cs typeface="Times New Roman" panose="02020603050405020304" pitchFamily="18" charset="0"/>
              </a:rPr>
              <a:t>: </a:t>
            </a:r>
            <a:r>
              <a:rPr lang="fr-FR" sz="2000" err="1">
                <a:latin typeface="+mj-lt"/>
                <a:ea typeface="Times New Roman" panose="02020603050405020304" pitchFamily="18" charset="0"/>
                <a:cs typeface="Times New Roman" panose="02020603050405020304" pitchFamily="18" charset="0"/>
              </a:rPr>
              <a:t>Đại</a:t>
            </a:r>
            <a:r>
              <a:rPr lang="fr-FR" sz="2000">
                <a:latin typeface="+mj-lt"/>
                <a:ea typeface="Times New Roman" panose="02020603050405020304" pitchFamily="18" charset="0"/>
                <a:cs typeface="Times New Roman" panose="02020603050405020304" pitchFamily="18" charset="0"/>
              </a:rPr>
              <a:t> học Tư thục </a:t>
            </a:r>
            <a:r>
              <a:rPr lang="fr-FR" sz="2000" dirty="0" err="1">
                <a:latin typeface="+mj-lt"/>
                <a:ea typeface="Times New Roman" panose="02020603050405020304" pitchFamily="18" charset="0"/>
                <a:cs typeface="Times New Roman" panose="02020603050405020304" pitchFamily="18" charset="0"/>
              </a:rPr>
              <a:t>Quốc</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tế</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Sài</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Gòn</a:t>
            </a:r>
            <a:r>
              <a:rPr lang="fr-FR" sz="2000" dirty="0">
                <a:latin typeface="+mj-lt"/>
                <a:ea typeface="Times New Roman" panose="02020603050405020304" pitchFamily="18" charset="0"/>
                <a:cs typeface="Times New Roman" panose="02020603050405020304" pitchFamily="18" charset="0"/>
              </a:rPr>
              <a:t>.</a:t>
            </a:r>
            <a:endParaRPr lang="en-US" sz="2000" dirty="0">
              <a:latin typeface="+mj-lt"/>
              <a:ea typeface="Times New Roman" panose="02020603050405020304" pitchFamily="18" charset="0"/>
              <a:cs typeface="Times New Roman" panose="02020603050405020304" pitchFamily="18" charset="0"/>
            </a:endParaRPr>
          </a:p>
          <a:p>
            <a:r>
              <a:rPr lang="it-IT" sz="2000" dirty="0">
                <a:latin typeface="+mj-lt"/>
                <a:ea typeface="Times New Roman" panose="02020603050405020304" pitchFamily="18" charset="0"/>
                <a:cs typeface="Times New Roman" panose="02020603050405020304" pitchFamily="18" charset="0"/>
              </a:rPr>
              <a:t>Tổng số cán bộ có trình độ đại học trở lên của tổ chức</a:t>
            </a:r>
          </a:p>
          <a:p>
            <a:endParaRPr lang="it-IT" sz="2000" dirty="0">
              <a:latin typeface="+mj-lt"/>
              <a:cs typeface="Times New Roman" panose="02020603050405020304" pitchFamily="18" charset="0"/>
            </a:endParaRPr>
          </a:p>
          <a:p>
            <a:endParaRPr lang="it-IT" sz="2000" dirty="0">
              <a:latin typeface="+mj-lt"/>
              <a:cs typeface="Times New Roman" panose="02020603050405020304" pitchFamily="18" charset="0"/>
            </a:endParaRPr>
          </a:p>
          <a:p>
            <a:endParaRPr lang="it-IT" sz="2000" dirty="0">
              <a:latin typeface="+mj-lt"/>
              <a:cs typeface="Times New Roman" panose="02020603050405020304" pitchFamily="18" charset="0"/>
            </a:endParaRPr>
          </a:p>
          <a:p>
            <a:endParaRPr lang="it-IT" sz="2000" dirty="0">
              <a:latin typeface="+mj-lt"/>
              <a:cs typeface="Times New Roman" panose="02020603050405020304" pitchFamily="18" charset="0"/>
            </a:endParaRPr>
          </a:p>
          <a:p>
            <a:pPr marL="0" indent="0">
              <a:buNone/>
            </a:pPr>
            <a:endParaRPr lang="fr-FR" sz="2000" dirty="0">
              <a:latin typeface="+mj-lt"/>
              <a:ea typeface="Times New Roman" panose="02020603050405020304" pitchFamily="18" charset="0"/>
              <a:cs typeface="Times New Roman" panose="02020603050405020304" pitchFamily="18" charset="0"/>
            </a:endParaRPr>
          </a:p>
          <a:p>
            <a:r>
              <a:rPr lang="fr-FR" sz="2000" dirty="0" err="1">
                <a:latin typeface="+mj-lt"/>
                <a:ea typeface="Times New Roman" panose="02020603050405020304" pitchFamily="18" charset="0"/>
                <a:cs typeface="Times New Roman" panose="02020603050405020304" pitchFamily="18" charset="0"/>
              </a:rPr>
              <a:t>Cơ</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sở</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vật</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chất</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kỹ</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thuật</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hiện</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có</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liên</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quan</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đến</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nhiệm</a:t>
            </a:r>
            <a:r>
              <a:rPr lang="fr-FR" sz="2000" dirty="0">
                <a:latin typeface="+mj-lt"/>
                <a:ea typeface="Times New Roman" panose="02020603050405020304" pitchFamily="18" charset="0"/>
                <a:cs typeface="Times New Roman" panose="02020603050405020304" pitchFamily="18" charset="0"/>
              </a:rPr>
              <a:t> </a:t>
            </a:r>
            <a:r>
              <a:rPr lang="fr-FR" sz="2000" dirty="0" err="1">
                <a:latin typeface="+mj-lt"/>
                <a:ea typeface="Times New Roman" panose="02020603050405020304" pitchFamily="18" charset="0"/>
                <a:cs typeface="Times New Roman" panose="02020603050405020304" pitchFamily="18" charset="0"/>
              </a:rPr>
              <a:t>vụ</a:t>
            </a:r>
            <a:r>
              <a:rPr lang="fr-FR" sz="2000" dirty="0">
                <a:latin typeface="+mj-lt"/>
                <a:ea typeface="Times New Roman" panose="02020603050405020304" pitchFamily="18" charset="0"/>
                <a:cs typeface="Times New Roman" panose="02020603050405020304" pitchFamily="18" charset="0"/>
              </a:rPr>
              <a:t> KH&amp;CN</a:t>
            </a:r>
          </a:p>
          <a:p>
            <a:pPr lvl="2" indent="0">
              <a:lnSpc>
                <a:spcPct val="150000"/>
              </a:lnSpc>
              <a:buNone/>
            </a:pPr>
            <a:r>
              <a:rPr lang="en-US" sz="1800" dirty="0">
                <a:effectLst/>
                <a:ea typeface="Times New Roman" panose="02020603050405020304" pitchFamily="18" charset="0"/>
                <a:cs typeface="Times New Roman" panose="02020603050405020304" pitchFamily="18" charset="0"/>
              </a:rPr>
              <a:t>+ </a:t>
            </a:r>
            <a:r>
              <a:rPr lang="en-US" sz="1800" dirty="0" err="1">
                <a:cs typeface="Times New Roman" panose="02020603050405020304" pitchFamily="18" charset="0"/>
              </a:rPr>
              <a:t>Phòng</a:t>
            </a:r>
            <a:r>
              <a:rPr lang="en-US" sz="1800" dirty="0">
                <a:cs typeface="Times New Roman" panose="02020603050405020304" pitchFamily="18" charset="0"/>
              </a:rPr>
              <a:t> </a:t>
            </a:r>
            <a:r>
              <a:rPr lang="en-US" sz="1800" dirty="0" err="1">
                <a:cs typeface="Times New Roman" panose="02020603050405020304" pitchFamily="18" charset="0"/>
              </a:rPr>
              <a:t>máy</a:t>
            </a:r>
            <a:r>
              <a:rPr lang="en-US" sz="1800" dirty="0">
                <a:cs typeface="Times New Roman" panose="02020603050405020304" pitchFamily="18" charset="0"/>
              </a:rPr>
              <a:t> </a:t>
            </a:r>
            <a:r>
              <a:rPr lang="en-US" sz="1800" dirty="0" err="1">
                <a:cs typeface="Times New Roman" panose="02020603050405020304" pitchFamily="18" charset="0"/>
              </a:rPr>
              <a:t>tính</a:t>
            </a:r>
            <a:r>
              <a:rPr lang="en-US" sz="1800" dirty="0">
                <a:cs typeface="Times New Roman" panose="02020603050405020304" pitchFamily="18" charset="0"/>
              </a:rPr>
              <a:t> </a:t>
            </a:r>
            <a:r>
              <a:rPr lang="en-US" sz="1800" dirty="0" err="1">
                <a:cs typeface="Times New Roman" panose="02020603050405020304" pitchFamily="18" charset="0"/>
              </a:rPr>
              <a:t>thuộc</a:t>
            </a:r>
            <a:r>
              <a:rPr lang="en-US" sz="1800" dirty="0">
                <a:cs typeface="Times New Roman" panose="02020603050405020304" pitchFamily="18" charset="0"/>
              </a:rPr>
              <a:t> khoa KT &amp; KHMT.</a:t>
            </a:r>
          </a:p>
          <a:p>
            <a:pPr lvl="2" indent="0">
              <a:lnSpc>
                <a:spcPct val="150000"/>
              </a:lnSpc>
              <a:buNone/>
            </a:pPr>
            <a:r>
              <a:rPr lang="en-US" sz="1800" dirty="0">
                <a:cs typeface="Times New Roman" panose="02020603050405020304" pitchFamily="18" charset="0"/>
              </a:rPr>
              <a:t>+ </a:t>
            </a:r>
            <a:r>
              <a:rPr lang="en-US" sz="1800" dirty="0" err="1">
                <a:cs typeface="Times New Roman" panose="02020603050405020304" pitchFamily="18" charset="0"/>
              </a:rPr>
              <a:t>Hệ</a:t>
            </a:r>
            <a:r>
              <a:rPr lang="en-US" sz="1800" dirty="0">
                <a:cs typeface="Times New Roman" panose="02020603050405020304" pitchFamily="18" charset="0"/>
              </a:rPr>
              <a:t> </a:t>
            </a:r>
            <a:r>
              <a:rPr lang="en-US" sz="1800" dirty="0" err="1">
                <a:cs typeface="Times New Roman" panose="02020603050405020304" pitchFamily="18" charset="0"/>
              </a:rPr>
              <a:t>thống</a:t>
            </a:r>
            <a:r>
              <a:rPr lang="en-US" sz="1800" dirty="0">
                <a:cs typeface="Times New Roman" panose="02020603050405020304" pitchFamily="18" charset="0"/>
              </a:rPr>
              <a:t> </a:t>
            </a:r>
            <a:r>
              <a:rPr lang="en-US" sz="1800" dirty="0" err="1">
                <a:cs typeface="Times New Roman" panose="02020603050405020304" pitchFamily="18" charset="0"/>
              </a:rPr>
              <a:t>mạng</a:t>
            </a:r>
            <a:r>
              <a:rPr lang="en-US" sz="1800" dirty="0">
                <a:cs typeface="Times New Roman" panose="02020603050405020304" pitchFamily="18" charset="0"/>
              </a:rPr>
              <a:t> </a:t>
            </a:r>
            <a:r>
              <a:rPr lang="en-US" sz="1800" dirty="0" err="1">
                <a:cs typeface="Times New Roman" panose="02020603050405020304" pitchFamily="18" charset="0"/>
              </a:rPr>
              <a:t>của</a:t>
            </a:r>
            <a:r>
              <a:rPr lang="en-US" sz="1800" dirty="0">
                <a:cs typeface="Times New Roman" panose="02020603050405020304" pitchFamily="18" charset="0"/>
              </a:rPr>
              <a:t> Trường </a:t>
            </a:r>
            <a:r>
              <a:rPr lang="en-US" sz="1800" err="1">
                <a:cs typeface="Times New Roman" panose="02020603050405020304" pitchFamily="18" charset="0"/>
              </a:rPr>
              <a:t>Đại</a:t>
            </a:r>
            <a:r>
              <a:rPr lang="en-US" sz="1800">
                <a:cs typeface="Times New Roman" panose="02020603050405020304" pitchFamily="18" charset="0"/>
              </a:rPr>
              <a:t> học Tư thục </a:t>
            </a:r>
            <a:r>
              <a:rPr lang="en-US" sz="1800" dirty="0" err="1">
                <a:cs typeface="Times New Roman" panose="02020603050405020304" pitchFamily="18" charset="0"/>
              </a:rPr>
              <a:t>Quốc</a:t>
            </a:r>
            <a:r>
              <a:rPr lang="en-US" sz="1800" dirty="0">
                <a:cs typeface="Times New Roman" panose="02020603050405020304" pitchFamily="18" charset="0"/>
              </a:rPr>
              <a:t> </a:t>
            </a:r>
            <a:r>
              <a:rPr lang="en-US" sz="1800" dirty="0" err="1">
                <a:cs typeface="Times New Roman" panose="02020603050405020304" pitchFamily="18" charset="0"/>
              </a:rPr>
              <a:t>tế</a:t>
            </a:r>
            <a:r>
              <a:rPr lang="en-US" sz="1800" dirty="0">
                <a:cs typeface="Times New Roman" panose="02020603050405020304" pitchFamily="18" charset="0"/>
              </a:rPr>
              <a:t> </a:t>
            </a:r>
            <a:r>
              <a:rPr lang="en-US" sz="1800" dirty="0" err="1">
                <a:cs typeface="Times New Roman" panose="02020603050405020304" pitchFamily="18" charset="0"/>
              </a:rPr>
              <a:t>Sài</a:t>
            </a:r>
            <a:r>
              <a:rPr lang="en-US" sz="1800" dirty="0">
                <a:cs typeface="Times New Roman" panose="02020603050405020304" pitchFamily="18" charset="0"/>
              </a:rPr>
              <a:t> </a:t>
            </a:r>
            <a:r>
              <a:rPr lang="en-US" sz="1800" dirty="0" err="1">
                <a:cs typeface="Times New Roman" panose="02020603050405020304" pitchFamily="18" charset="0"/>
              </a:rPr>
              <a:t>Gòn</a:t>
            </a:r>
            <a:r>
              <a:rPr lang="en-US" sz="1800" dirty="0">
                <a:cs typeface="Times New Roman" panose="02020603050405020304" pitchFamily="18" charset="0"/>
              </a:rPr>
              <a:t>.</a:t>
            </a:r>
            <a:br>
              <a:rPr lang="en-US" sz="1800" dirty="0">
                <a:cs typeface="Times New Roman" panose="02020603050405020304" pitchFamily="18" charset="0"/>
              </a:rPr>
            </a:br>
            <a:r>
              <a:rPr lang="en-US" sz="1800" dirty="0">
                <a:cs typeface="Times New Roman" panose="02020603050405020304" pitchFamily="18" charset="0"/>
              </a:rPr>
              <a:t>+ </a:t>
            </a:r>
            <a:r>
              <a:rPr lang="en-US" sz="1800" dirty="0" err="1">
                <a:cs typeface="Times New Roman" panose="02020603050405020304" pitchFamily="18" charset="0"/>
              </a:rPr>
              <a:t>Phòng</a:t>
            </a:r>
            <a:r>
              <a:rPr lang="en-US" sz="1800" dirty="0">
                <a:cs typeface="Times New Roman" panose="02020603050405020304" pitchFamily="18" charset="0"/>
              </a:rPr>
              <a:t> AI lab  </a:t>
            </a:r>
            <a:r>
              <a:rPr lang="en-US" sz="1800" dirty="0" err="1">
                <a:cs typeface="Times New Roman" panose="02020603050405020304" pitchFamily="18" charset="0"/>
              </a:rPr>
              <a:t>nghiên</a:t>
            </a:r>
            <a:r>
              <a:rPr lang="en-US" sz="1800" dirty="0">
                <a:cs typeface="Times New Roman" panose="02020603050405020304" pitchFamily="18" charset="0"/>
              </a:rPr>
              <a:t> </a:t>
            </a:r>
            <a:r>
              <a:rPr lang="en-US" sz="1800" dirty="0" err="1">
                <a:cs typeface="Times New Roman" panose="02020603050405020304" pitchFamily="18" charset="0"/>
              </a:rPr>
              <a:t>cứu</a:t>
            </a:r>
            <a:r>
              <a:rPr lang="en-US" sz="1800" dirty="0">
                <a:cs typeface="Times New Roman" panose="02020603050405020304" pitchFamily="18" charset="0"/>
              </a:rPr>
              <a:t>: </a:t>
            </a:r>
            <a:r>
              <a:rPr lang="en-US" sz="1800" dirty="0" err="1">
                <a:cs typeface="Times New Roman" panose="02020603050405020304" pitchFamily="18" charset="0"/>
              </a:rPr>
              <a:t>Máy</a:t>
            </a:r>
            <a:r>
              <a:rPr lang="en-US" sz="1800" dirty="0">
                <a:cs typeface="Times New Roman" panose="02020603050405020304" pitchFamily="18" charset="0"/>
              </a:rPr>
              <a:t> </a:t>
            </a:r>
            <a:r>
              <a:rPr lang="en-US" sz="1800" dirty="0" err="1">
                <a:cs typeface="Times New Roman" panose="02020603050405020304" pitchFamily="18" charset="0"/>
              </a:rPr>
              <a:t>chủ</a:t>
            </a:r>
            <a:r>
              <a:rPr lang="en-US" sz="1800" dirty="0">
                <a:cs typeface="Times New Roman" panose="02020603050405020304" pitchFamily="18" charset="0"/>
              </a:rPr>
              <a:t> (Dell PowerEdge R740 – 2, CPU: Intel Xeon Silver 4210R, RAM: 64GB, HHD/SSD: 12,6 TB).</a:t>
            </a:r>
          </a:p>
        </p:txBody>
      </p:sp>
      <p:sp>
        <p:nvSpPr>
          <p:cNvPr id="5" name="Slide Number Placeholder 4">
            <a:extLst>
              <a:ext uri="{FF2B5EF4-FFF2-40B4-BE49-F238E27FC236}">
                <a16:creationId xmlns:a16="http://schemas.microsoft.com/office/drawing/2014/main" id="{BC228607-8592-4DDD-9AF9-CCAF3D74B4D6}"/>
              </a:ext>
            </a:extLst>
          </p:cNvPr>
          <p:cNvSpPr>
            <a:spLocks noGrp="1"/>
          </p:cNvSpPr>
          <p:nvPr>
            <p:ph type="sldNum" sz="quarter" idx="11"/>
          </p:nvPr>
        </p:nvSpPr>
        <p:spPr/>
        <p:txBody>
          <a:bodyPr/>
          <a:lstStyle/>
          <a:p>
            <a:pPr>
              <a:defRPr/>
            </a:pPr>
            <a:fld id="{E9BFE15A-3346-4571-882B-EB624BC8BD4C}" type="slidenum">
              <a:rPr lang="en-US" smtClean="0"/>
              <a:pPr>
                <a:defRPr/>
              </a:pPr>
              <a:t>5</a:t>
            </a:fld>
            <a:endParaRPr lang="en-US" dirty="0"/>
          </a:p>
        </p:txBody>
      </p:sp>
      <p:graphicFrame>
        <p:nvGraphicFramePr>
          <p:cNvPr id="6" name="Table 5">
            <a:extLst>
              <a:ext uri="{FF2B5EF4-FFF2-40B4-BE49-F238E27FC236}">
                <a16:creationId xmlns:a16="http://schemas.microsoft.com/office/drawing/2014/main" id="{69B782D5-3876-104C-3349-00943D286D10}"/>
              </a:ext>
            </a:extLst>
          </p:cNvPr>
          <p:cNvGraphicFramePr>
            <a:graphicFrameLocks noGrp="1"/>
          </p:cNvGraphicFramePr>
          <p:nvPr>
            <p:extLst>
              <p:ext uri="{D42A27DB-BD31-4B8C-83A1-F6EECF244321}">
                <p14:modId xmlns:p14="http://schemas.microsoft.com/office/powerpoint/2010/main" val="427714250"/>
              </p:ext>
            </p:extLst>
          </p:nvPr>
        </p:nvGraphicFramePr>
        <p:xfrm>
          <a:off x="1143000" y="2021840"/>
          <a:ext cx="6629400" cy="1407160"/>
        </p:xfrm>
        <a:graphic>
          <a:graphicData uri="http://schemas.openxmlformats.org/drawingml/2006/table">
            <a:tbl>
              <a:tblPr>
                <a:tableStyleId>{5C22544A-7EE6-4342-B048-85BDC9FD1C3A}</a:tableStyleId>
              </a:tblPr>
              <a:tblGrid>
                <a:gridCol w="564501">
                  <a:extLst>
                    <a:ext uri="{9D8B030D-6E8A-4147-A177-3AD203B41FA5}">
                      <a16:colId xmlns:a16="http://schemas.microsoft.com/office/drawing/2014/main" val="1962142591"/>
                    </a:ext>
                  </a:extLst>
                </a:gridCol>
                <a:gridCol w="2793247">
                  <a:extLst>
                    <a:ext uri="{9D8B030D-6E8A-4147-A177-3AD203B41FA5}">
                      <a16:colId xmlns:a16="http://schemas.microsoft.com/office/drawing/2014/main" val="1256964021"/>
                    </a:ext>
                  </a:extLst>
                </a:gridCol>
                <a:gridCol w="3271652">
                  <a:extLst>
                    <a:ext uri="{9D8B030D-6E8A-4147-A177-3AD203B41FA5}">
                      <a16:colId xmlns:a16="http://schemas.microsoft.com/office/drawing/2014/main" val="1910329097"/>
                    </a:ext>
                  </a:extLst>
                </a:gridCol>
              </a:tblGrid>
              <a:tr h="685800">
                <a:tc>
                  <a:txBody>
                    <a:bodyPr/>
                    <a:lstStyle/>
                    <a:p>
                      <a:pPr algn="ctr">
                        <a:lnSpc>
                          <a:spcPct val="150000"/>
                        </a:lnSpc>
                      </a:pPr>
                      <a:r>
                        <a:rPr lang="en-US" sz="1800">
                          <a:effectLst/>
                          <a:latin typeface="+mj-lt"/>
                        </a:rPr>
                        <a:t>TT</a:t>
                      </a:r>
                      <a:endParaRPr lang="en-US" sz="1800">
                        <a:effectLst/>
                        <a:latin typeface="+mj-lt"/>
                        <a:ea typeface="Times New Roman" panose="02020603050405020304" pitchFamily="18" charset="0"/>
                      </a:endParaRPr>
                    </a:p>
                  </a:txBody>
                  <a:tcPr marL="68580" marR="68580" marT="0" marB="0" anchor="ctr"/>
                </a:tc>
                <a:tc>
                  <a:txBody>
                    <a:bodyPr/>
                    <a:lstStyle/>
                    <a:p>
                      <a:pPr algn="ctr"/>
                      <a:r>
                        <a:rPr lang="pt-BR" sz="1800" dirty="0" err="1">
                          <a:effectLst/>
                          <a:latin typeface="+mj-lt"/>
                        </a:rPr>
                        <a:t>Cán</a:t>
                      </a:r>
                      <a:r>
                        <a:rPr lang="pt-BR" sz="1800" dirty="0">
                          <a:effectLst/>
                          <a:latin typeface="+mj-lt"/>
                        </a:rPr>
                        <a:t> </a:t>
                      </a:r>
                      <a:r>
                        <a:rPr lang="pt-BR" sz="1800" dirty="0" err="1">
                          <a:effectLst/>
                          <a:latin typeface="+mj-lt"/>
                        </a:rPr>
                        <a:t>bộ</a:t>
                      </a:r>
                      <a:r>
                        <a:rPr lang="pt-BR" sz="1800" dirty="0">
                          <a:effectLst/>
                          <a:latin typeface="+mj-lt"/>
                        </a:rPr>
                        <a:t> </a:t>
                      </a:r>
                      <a:r>
                        <a:rPr lang="pt-BR" sz="1800" dirty="0" err="1">
                          <a:effectLst/>
                          <a:latin typeface="+mj-lt"/>
                        </a:rPr>
                        <a:t>có</a:t>
                      </a:r>
                      <a:r>
                        <a:rPr lang="pt-BR" sz="1800" dirty="0">
                          <a:effectLst/>
                          <a:latin typeface="+mj-lt"/>
                        </a:rPr>
                        <a:t> </a:t>
                      </a:r>
                      <a:r>
                        <a:rPr lang="pt-BR" sz="1800" dirty="0" err="1">
                          <a:effectLst/>
                          <a:latin typeface="+mj-lt"/>
                        </a:rPr>
                        <a:t>trình</a:t>
                      </a:r>
                      <a:r>
                        <a:rPr lang="pt-BR" sz="1800" dirty="0">
                          <a:effectLst/>
                          <a:latin typeface="+mj-lt"/>
                        </a:rPr>
                        <a:t> </a:t>
                      </a:r>
                      <a:r>
                        <a:rPr lang="pt-BR" sz="1800" dirty="0" err="1">
                          <a:effectLst/>
                          <a:latin typeface="+mj-lt"/>
                        </a:rPr>
                        <a:t>độ</a:t>
                      </a:r>
                      <a:endParaRPr lang="en-US" sz="1800" dirty="0">
                        <a:effectLst/>
                        <a:latin typeface="+mj-lt"/>
                      </a:endParaRPr>
                    </a:p>
                    <a:p>
                      <a:pPr algn="ctr"/>
                      <a:r>
                        <a:rPr lang="en-US" sz="1800" dirty="0" err="1">
                          <a:effectLst/>
                          <a:latin typeface="+mj-lt"/>
                        </a:rPr>
                        <a:t>đại</a:t>
                      </a:r>
                      <a:r>
                        <a:rPr lang="en-US" sz="1800" dirty="0">
                          <a:effectLst/>
                          <a:latin typeface="+mj-lt"/>
                        </a:rPr>
                        <a:t> </a:t>
                      </a:r>
                      <a:r>
                        <a:rPr lang="en-US" sz="1800" dirty="0" err="1">
                          <a:effectLst/>
                          <a:latin typeface="+mj-lt"/>
                        </a:rPr>
                        <a:t>học</a:t>
                      </a:r>
                      <a:r>
                        <a:rPr lang="en-US" sz="1800" dirty="0">
                          <a:effectLst/>
                          <a:latin typeface="+mj-lt"/>
                        </a:rPr>
                        <a:t> </a:t>
                      </a:r>
                      <a:r>
                        <a:rPr lang="en-US" sz="1800" dirty="0" err="1">
                          <a:effectLst/>
                          <a:latin typeface="+mj-lt"/>
                        </a:rPr>
                        <a:t>trở</a:t>
                      </a:r>
                      <a:r>
                        <a:rPr lang="en-US" sz="1800" dirty="0">
                          <a:effectLst/>
                          <a:latin typeface="+mj-lt"/>
                        </a:rPr>
                        <a:t> </a:t>
                      </a:r>
                      <a:r>
                        <a:rPr lang="en-US" sz="1800" dirty="0" err="1">
                          <a:effectLst/>
                          <a:latin typeface="+mj-lt"/>
                        </a:rPr>
                        <a:t>lên</a:t>
                      </a:r>
                      <a:endParaRPr lang="en-US" sz="1800" dirty="0">
                        <a:effectLst/>
                        <a:latin typeface="+mj-lt"/>
                        <a:ea typeface="Times New Roman" panose="02020603050405020304" pitchFamily="18" charset="0"/>
                      </a:endParaRPr>
                    </a:p>
                  </a:txBody>
                  <a:tcPr marL="68580" marR="68580" marT="0" marB="0" anchor="ctr"/>
                </a:tc>
                <a:tc>
                  <a:txBody>
                    <a:bodyPr/>
                    <a:lstStyle/>
                    <a:p>
                      <a:pPr algn="ctr">
                        <a:lnSpc>
                          <a:spcPct val="150000"/>
                        </a:lnSpc>
                      </a:pPr>
                      <a:r>
                        <a:rPr lang="en-US" sz="1800" dirty="0" err="1">
                          <a:effectLst/>
                          <a:latin typeface="+mj-lt"/>
                        </a:rPr>
                        <a:t>Tổng</a:t>
                      </a:r>
                      <a:r>
                        <a:rPr lang="en-US" sz="1800" dirty="0">
                          <a:effectLst/>
                          <a:latin typeface="+mj-lt"/>
                        </a:rPr>
                        <a:t> </a:t>
                      </a:r>
                      <a:r>
                        <a:rPr lang="en-US" sz="1800" dirty="0" err="1">
                          <a:effectLst/>
                          <a:latin typeface="+mj-lt"/>
                        </a:rPr>
                        <a:t>số</a:t>
                      </a:r>
                      <a:endParaRPr lang="en-US" sz="1800" dirty="0">
                        <a:effectLst/>
                        <a:latin typeface="+mj-lt"/>
                        <a:ea typeface="Times New Roman" panose="02020603050405020304" pitchFamily="18" charset="0"/>
                      </a:endParaRPr>
                    </a:p>
                  </a:txBody>
                  <a:tcPr marL="68580" marR="68580" marT="0" marB="0" anchor="ctr"/>
                </a:tc>
                <a:extLst>
                  <a:ext uri="{0D108BD9-81ED-4DB2-BD59-A6C34878D82A}">
                    <a16:rowId xmlns:a16="http://schemas.microsoft.com/office/drawing/2014/main" val="1354106807"/>
                  </a:ext>
                </a:extLst>
              </a:tr>
              <a:tr h="0">
                <a:tc>
                  <a:txBody>
                    <a:bodyPr/>
                    <a:lstStyle/>
                    <a:p>
                      <a:pPr algn="ctr">
                        <a:lnSpc>
                          <a:spcPct val="150000"/>
                        </a:lnSpc>
                      </a:pPr>
                      <a:r>
                        <a:rPr lang="en-US" sz="1800">
                          <a:effectLst/>
                          <a:latin typeface="+mj-lt"/>
                        </a:rPr>
                        <a:t>1</a:t>
                      </a:r>
                      <a:endParaRPr lang="en-US" sz="1800">
                        <a:effectLst/>
                        <a:latin typeface="+mj-lt"/>
                        <a:ea typeface="Times New Roman" panose="02020603050405020304" pitchFamily="18" charset="0"/>
                      </a:endParaRPr>
                    </a:p>
                  </a:txBody>
                  <a:tcPr marL="68580" marR="68580" marT="0" marB="0" anchor="ctr"/>
                </a:tc>
                <a:tc>
                  <a:txBody>
                    <a:bodyPr/>
                    <a:lstStyle/>
                    <a:p>
                      <a:pPr>
                        <a:lnSpc>
                          <a:spcPct val="150000"/>
                        </a:lnSpc>
                      </a:pPr>
                      <a:r>
                        <a:rPr lang="en-US" sz="1800">
                          <a:effectLst/>
                          <a:latin typeface="+mj-lt"/>
                        </a:rPr>
                        <a:t>Tiến sỹ</a:t>
                      </a:r>
                      <a:endParaRPr lang="en-US" sz="1800">
                        <a:effectLst/>
                        <a:latin typeface="+mj-lt"/>
                        <a:ea typeface="Times New Roman" panose="02020603050405020304" pitchFamily="18" charset="0"/>
                      </a:endParaRPr>
                    </a:p>
                  </a:txBody>
                  <a:tcPr marL="68580" marR="68580" marT="0" marB="0" anchor="ctr"/>
                </a:tc>
                <a:tc>
                  <a:txBody>
                    <a:bodyPr/>
                    <a:lstStyle/>
                    <a:p>
                      <a:pPr algn="l">
                        <a:lnSpc>
                          <a:spcPct val="150000"/>
                        </a:lnSpc>
                      </a:pPr>
                      <a:r>
                        <a:rPr lang="en-US" sz="1800">
                          <a:effectLst/>
                          <a:latin typeface="+mj-lt"/>
                        </a:rPr>
                        <a:t>51 (6GS+12PGS+33TS)</a:t>
                      </a:r>
                    </a:p>
                  </a:txBody>
                  <a:tcPr marL="68580" marR="68580" marT="0" marB="0"/>
                </a:tc>
                <a:extLst>
                  <a:ext uri="{0D108BD9-81ED-4DB2-BD59-A6C34878D82A}">
                    <a16:rowId xmlns:a16="http://schemas.microsoft.com/office/drawing/2014/main" val="2235203077"/>
                  </a:ext>
                </a:extLst>
              </a:tr>
              <a:tr h="0">
                <a:tc>
                  <a:txBody>
                    <a:bodyPr/>
                    <a:lstStyle/>
                    <a:p>
                      <a:pPr algn="ctr">
                        <a:lnSpc>
                          <a:spcPct val="150000"/>
                        </a:lnSpc>
                      </a:pPr>
                      <a:r>
                        <a:rPr lang="en-US" sz="1800">
                          <a:effectLst/>
                          <a:latin typeface="+mj-lt"/>
                        </a:rPr>
                        <a:t>2</a:t>
                      </a:r>
                      <a:endParaRPr lang="en-US" sz="1800">
                        <a:effectLst/>
                        <a:latin typeface="+mj-lt"/>
                        <a:ea typeface="Times New Roman" panose="02020603050405020304" pitchFamily="18" charset="0"/>
                      </a:endParaRPr>
                    </a:p>
                  </a:txBody>
                  <a:tcPr marL="68580" marR="68580" marT="0" marB="0" anchor="ctr"/>
                </a:tc>
                <a:tc>
                  <a:txBody>
                    <a:bodyPr/>
                    <a:lstStyle/>
                    <a:p>
                      <a:pPr>
                        <a:lnSpc>
                          <a:spcPct val="150000"/>
                        </a:lnSpc>
                      </a:pPr>
                      <a:r>
                        <a:rPr lang="en-US" sz="1800">
                          <a:effectLst/>
                          <a:latin typeface="+mj-lt"/>
                        </a:rPr>
                        <a:t>Thạc sỹ</a:t>
                      </a:r>
                      <a:endParaRPr lang="en-US" sz="1800">
                        <a:effectLst/>
                        <a:latin typeface="+mj-lt"/>
                        <a:ea typeface="Times New Roman" panose="02020603050405020304" pitchFamily="18" charset="0"/>
                      </a:endParaRPr>
                    </a:p>
                  </a:txBody>
                  <a:tcPr marL="68580" marR="68580" marT="0" marB="0" anchor="ctr"/>
                </a:tc>
                <a:tc>
                  <a:txBody>
                    <a:bodyPr/>
                    <a:lstStyle/>
                    <a:p>
                      <a:r>
                        <a:rPr lang="en-US" sz="1800" dirty="0">
                          <a:effectLst/>
                          <a:latin typeface="+mj-lt"/>
                        </a:rPr>
                        <a:t>99</a:t>
                      </a:r>
                    </a:p>
                  </a:txBody>
                  <a:tcPr marL="68580" marR="68580" marT="0" marB="0"/>
                </a:tc>
                <a:extLst>
                  <a:ext uri="{0D108BD9-81ED-4DB2-BD59-A6C34878D82A}">
                    <a16:rowId xmlns:a16="http://schemas.microsoft.com/office/drawing/2014/main" val="3520407081"/>
                  </a:ext>
                </a:extLst>
              </a:tr>
            </a:tbl>
          </a:graphicData>
        </a:graphic>
      </p:graphicFrame>
    </p:spTree>
    <p:extLst>
      <p:ext uri="{BB962C8B-B14F-4D97-AF65-F5344CB8AC3E}">
        <p14:creationId xmlns:p14="http://schemas.microsoft.com/office/powerpoint/2010/main" val="2522248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34041-5342-41ED-B9FE-F84B6E46FCB4}"/>
              </a:ext>
            </a:extLst>
          </p:cNvPr>
          <p:cNvSpPr>
            <a:spLocks noGrp="1"/>
          </p:cNvSpPr>
          <p:nvPr>
            <p:ph type="title"/>
          </p:nvPr>
        </p:nvSpPr>
        <p:spPr/>
        <p:txBody>
          <a:bodyPr/>
          <a:lstStyle/>
          <a:p>
            <a:r>
              <a:rPr lang="en-US" dirty="0" err="1"/>
              <a:t>Nhóm</a:t>
            </a:r>
            <a:r>
              <a:rPr lang="en-US" dirty="0"/>
              <a:t> </a:t>
            </a:r>
            <a:r>
              <a:rPr lang="en-US" dirty="0" err="1"/>
              <a:t>thực</a:t>
            </a:r>
            <a:r>
              <a:rPr lang="en-US" dirty="0"/>
              <a:t> </a:t>
            </a:r>
            <a:r>
              <a:rPr lang="en-US" dirty="0" err="1"/>
              <a:t>hiện</a:t>
            </a:r>
            <a:r>
              <a:rPr lang="en-US" dirty="0"/>
              <a:t> </a:t>
            </a:r>
            <a:r>
              <a:rPr lang="en-US" dirty="0" err="1"/>
              <a:t>đề</a:t>
            </a:r>
            <a:r>
              <a:rPr lang="en-US" dirty="0"/>
              <a:t> </a:t>
            </a:r>
            <a:r>
              <a:rPr lang="en-US" dirty="0" err="1"/>
              <a:t>tài</a:t>
            </a:r>
            <a:endParaRPr lang="en-US" dirty="0"/>
          </a:p>
        </p:txBody>
      </p:sp>
      <p:graphicFrame>
        <p:nvGraphicFramePr>
          <p:cNvPr id="7" name="Content Placeholder 6">
            <a:extLst>
              <a:ext uri="{FF2B5EF4-FFF2-40B4-BE49-F238E27FC236}">
                <a16:creationId xmlns:a16="http://schemas.microsoft.com/office/drawing/2014/main" id="{73A51F7D-DD20-F3F8-2B33-CA3F9DB06738}"/>
              </a:ext>
            </a:extLst>
          </p:cNvPr>
          <p:cNvGraphicFramePr>
            <a:graphicFrameLocks noGrp="1"/>
          </p:cNvGraphicFramePr>
          <p:nvPr>
            <p:ph idx="1"/>
            <p:extLst>
              <p:ext uri="{D42A27DB-BD31-4B8C-83A1-F6EECF244321}">
                <p14:modId xmlns:p14="http://schemas.microsoft.com/office/powerpoint/2010/main" val="425672322"/>
              </p:ext>
            </p:extLst>
          </p:nvPr>
        </p:nvGraphicFramePr>
        <p:xfrm>
          <a:off x="800099" y="1600200"/>
          <a:ext cx="7734301" cy="2286000"/>
        </p:xfrm>
        <a:graphic>
          <a:graphicData uri="http://schemas.openxmlformats.org/drawingml/2006/table">
            <a:tbl>
              <a:tblPr firstRow="1" bandRow="1">
                <a:tableStyleId>{5C22544A-7EE6-4342-B048-85BDC9FD1C3A}</a:tableStyleId>
              </a:tblPr>
              <a:tblGrid>
                <a:gridCol w="726831">
                  <a:extLst>
                    <a:ext uri="{9D8B030D-6E8A-4147-A177-3AD203B41FA5}">
                      <a16:colId xmlns:a16="http://schemas.microsoft.com/office/drawing/2014/main" val="3269233370"/>
                    </a:ext>
                  </a:extLst>
                </a:gridCol>
                <a:gridCol w="4906108">
                  <a:extLst>
                    <a:ext uri="{9D8B030D-6E8A-4147-A177-3AD203B41FA5}">
                      <a16:colId xmlns:a16="http://schemas.microsoft.com/office/drawing/2014/main" val="2335629473"/>
                    </a:ext>
                  </a:extLst>
                </a:gridCol>
                <a:gridCol w="2101362">
                  <a:extLst>
                    <a:ext uri="{9D8B030D-6E8A-4147-A177-3AD203B41FA5}">
                      <a16:colId xmlns:a16="http://schemas.microsoft.com/office/drawing/2014/main" val="430938150"/>
                    </a:ext>
                  </a:extLst>
                </a:gridCol>
              </a:tblGrid>
              <a:tr h="370840">
                <a:tc>
                  <a:txBody>
                    <a:bodyPr/>
                    <a:lstStyle/>
                    <a:p>
                      <a:r>
                        <a:rPr lang="en-US" sz="2400"/>
                        <a:t>TT</a:t>
                      </a:r>
                    </a:p>
                  </a:txBody>
                  <a:tcPr/>
                </a:tc>
                <a:tc>
                  <a:txBody>
                    <a:bodyPr/>
                    <a:lstStyle/>
                    <a:p>
                      <a:r>
                        <a:rPr lang="en-US" sz="2400"/>
                        <a:t>Nhân lực thực hiện</a:t>
                      </a:r>
                    </a:p>
                  </a:txBody>
                  <a:tcPr/>
                </a:tc>
                <a:tc>
                  <a:txBody>
                    <a:bodyPr/>
                    <a:lstStyle/>
                    <a:p>
                      <a:r>
                        <a:rPr lang="en-US" sz="2400"/>
                        <a:t>Tổng số</a:t>
                      </a:r>
                    </a:p>
                  </a:txBody>
                  <a:tcPr/>
                </a:tc>
                <a:extLst>
                  <a:ext uri="{0D108BD9-81ED-4DB2-BD59-A6C34878D82A}">
                    <a16:rowId xmlns:a16="http://schemas.microsoft.com/office/drawing/2014/main" val="4218197581"/>
                  </a:ext>
                </a:extLst>
              </a:tr>
              <a:tr h="370840">
                <a:tc>
                  <a:txBody>
                    <a:bodyPr/>
                    <a:lstStyle/>
                    <a:p>
                      <a:r>
                        <a:rPr lang="en-US" sz="2400"/>
                        <a:t>1</a:t>
                      </a:r>
                    </a:p>
                  </a:txBody>
                  <a:tcPr/>
                </a:tc>
                <a:tc>
                  <a:txBody>
                    <a:bodyPr/>
                    <a:lstStyle/>
                    <a:p>
                      <a:r>
                        <a:rPr lang="en-US" sz="2400"/>
                        <a:t>GS.TSKH</a:t>
                      </a:r>
                    </a:p>
                  </a:txBody>
                  <a:tcPr/>
                </a:tc>
                <a:tc>
                  <a:txBody>
                    <a:bodyPr/>
                    <a:lstStyle/>
                    <a:p>
                      <a:r>
                        <a:rPr lang="en-US" sz="2400"/>
                        <a:t>1</a:t>
                      </a:r>
                    </a:p>
                  </a:txBody>
                  <a:tcPr/>
                </a:tc>
                <a:extLst>
                  <a:ext uri="{0D108BD9-81ED-4DB2-BD59-A6C34878D82A}">
                    <a16:rowId xmlns:a16="http://schemas.microsoft.com/office/drawing/2014/main" val="4027251524"/>
                  </a:ext>
                </a:extLst>
              </a:tr>
              <a:tr h="370840">
                <a:tc>
                  <a:txBody>
                    <a:bodyPr/>
                    <a:lstStyle/>
                    <a:p>
                      <a:r>
                        <a:rPr lang="en-US" sz="2400"/>
                        <a:t>2</a:t>
                      </a:r>
                    </a:p>
                  </a:txBody>
                  <a:tcPr/>
                </a:tc>
                <a:tc>
                  <a:txBody>
                    <a:bodyPr/>
                    <a:lstStyle/>
                    <a:p>
                      <a:r>
                        <a:rPr lang="en-US" sz="2400"/>
                        <a:t>TS</a:t>
                      </a:r>
                    </a:p>
                  </a:txBody>
                  <a:tcPr/>
                </a:tc>
                <a:tc>
                  <a:txBody>
                    <a:bodyPr/>
                    <a:lstStyle/>
                    <a:p>
                      <a:r>
                        <a:rPr lang="en-US" sz="2400"/>
                        <a:t>9</a:t>
                      </a:r>
                    </a:p>
                  </a:txBody>
                  <a:tcPr/>
                </a:tc>
                <a:extLst>
                  <a:ext uri="{0D108BD9-81ED-4DB2-BD59-A6C34878D82A}">
                    <a16:rowId xmlns:a16="http://schemas.microsoft.com/office/drawing/2014/main" val="3042530492"/>
                  </a:ext>
                </a:extLst>
              </a:tr>
              <a:tr h="370840">
                <a:tc>
                  <a:txBody>
                    <a:bodyPr/>
                    <a:lstStyle/>
                    <a:p>
                      <a:r>
                        <a:rPr lang="en-US" sz="2400"/>
                        <a:t>3</a:t>
                      </a:r>
                    </a:p>
                  </a:txBody>
                  <a:tcPr/>
                </a:tc>
                <a:tc>
                  <a:txBody>
                    <a:bodyPr/>
                    <a:lstStyle/>
                    <a:p>
                      <a:r>
                        <a:rPr lang="en-US" sz="2400"/>
                        <a:t>Thạc sĩ</a:t>
                      </a:r>
                    </a:p>
                  </a:txBody>
                  <a:tcPr/>
                </a:tc>
                <a:tc>
                  <a:txBody>
                    <a:bodyPr/>
                    <a:lstStyle/>
                    <a:p>
                      <a:r>
                        <a:rPr lang="en-US" sz="2400"/>
                        <a:t>2</a:t>
                      </a:r>
                    </a:p>
                  </a:txBody>
                  <a:tcPr/>
                </a:tc>
                <a:extLst>
                  <a:ext uri="{0D108BD9-81ED-4DB2-BD59-A6C34878D82A}">
                    <a16:rowId xmlns:a16="http://schemas.microsoft.com/office/drawing/2014/main" val="563054236"/>
                  </a:ext>
                </a:extLst>
              </a:tr>
              <a:tr h="370840">
                <a:tc>
                  <a:txBody>
                    <a:bodyPr/>
                    <a:lstStyle/>
                    <a:p>
                      <a:r>
                        <a:rPr lang="en-US" sz="2400"/>
                        <a:t>4</a:t>
                      </a:r>
                    </a:p>
                  </a:txBody>
                  <a:tcPr/>
                </a:tc>
                <a:tc>
                  <a:txBody>
                    <a:bodyPr/>
                    <a:lstStyle/>
                    <a:p>
                      <a:r>
                        <a:rPr lang="en-US" sz="2400"/>
                        <a:t>Cử nhân/Kỹ sư</a:t>
                      </a:r>
                    </a:p>
                  </a:txBody>
                  <a:tcPr/>
                </a:tc>
                <a:tc>
                  <a:txBody>
                    <a:bodyPr/>
                    <a:lstStyle/>
                    <a:p>
                      <a:r>
                        <a:rPr lang="en-US" sz="2400"/>
                        <a:t>4</a:t>
                      </a:r>
                    </a:p>
                  </a:txBody>
                  <a:tcPr/>
                </a:tc>
                <a:extLst>
                  <a:ext uri="{0D108BD9-81ED-4DB2-BD59-A6C34878D82A}">
                    <a16:rowId xmlns:a16="http://schemas.microsoft.com/office/drawing/2014/main" val="1198465916"/>
                  </a:ext>
                </a:extLst>
              </a:tr>
            </a:tbl>
          </a:graphicData>
        </a:graphic>
      </p:graphicFrame>
      <p:sp>
        <p:nvSpPr>
          <p:cNvPr id="4" name="Slide Number Placeholder 3">
            <a:extLst>
              <a:ext uri="{FF2B5EF4-FFF2-40B4-BE49-F238E27FC236}">
                <a16:creationId xmlns:a16="http://schemas.microsoft.com/office/drawing/2014/main" id="{D24CA2A6-7769-47B6-8B55-1710003B4152}"/>
              </a:ext>
            </a:extLst>
          </p:cNvPr>
          <p:cNvSpPr>
            <a:spLocks noGrp="1"/>
          </p:cNvSpPr>
          <p:nvPr>
            <p:ph type="sldNum" sz="quarter" idx="11"/>
          </p:nvPr>
        </p:nvSpPr>
        <p:spPr/>
        <p:txBody>
          <a:bodyPr/>
          <a:lstStyle/>
          <a:p>
            <a:pPr>
              <a:defRPr/>
            </a:pPr>
            <a:fld id="{E9BFE15A-3346-4571-882B-EB624BC8BD4C}" type="slidenum">
              <a:rPr lang="en-US" smtClean="0"/>
              <a:pPr>
                <a:defRPr/>
              </a:pPr>
              <a:t>6</a:t>
            </a:fld>
            <a:endParaRPr lang="en-US" dirty="0"/>
          </a:p>
        </p:txBody>
      </p:sp>
    </p:spTree>
    <p:extLst>
      <p:ext uri="{BB962C8B-B14F-4D97-AF65-F5344CB8AC3E}">
        <p14:creationId xmlns:p14="http://schemas.microsoft.com/office/powerpoint/2010/main" val="38119042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Oval 25">
            <a:extLst>
              <a:ext uri="{FF2B5EF4-FFF2-40B4-BE49-F238E27FC236}">
                <a16:creationId xmlns:a16="http://schemas.microsoft.com/office/drawing/2014/main" id="{4BCB4629-5D73-44A3-A95B-92EC9E799471}"/>
              </a:ext>
            </a:extLst>
          </p:cNvPr>
          <p:cNvSpPr/>
          <p:nvPr/>
        </p:nvSpPr>
        <p:spPr>
          <a:xfrm>
            <a:off x="2193721" y="4156487"/>
            <a:ext cx="301752" cy="301752"/>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7" name="Oval 26">
            <a:extLst>
              <a:ext uri="{FF2B5EF4-FFF2-40B4-BE49-F238E27FC236}">
                <a16:creationId xmlns:a16="http://schemas.microsoft.com/office/drawing/2014/main" id="{73CDB11A-5C7F-4D5E-86B1-3AAC74D5D66C}"/>
              </a:ext>
            </a:extLst>
          </p:cNvPr>
          <p:cNvSpPr/>
          <p:nvPr/>
        </p:nvSpPr>
        <p:spPr>
          <a:xfrm>
            <a:off x="1139763" y="5173960"/>
            <a:ext cx="192024" cy="192024"/>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894E5C4B-125F-4FF5-98DF-E84C69E1C8AE}"/>
              </a:ext>
            </a:extLst>
          </p:cNvPr>
          <p:cNvSpPr/>
          <p:nvPr/>
        </p:nvSpPr>
        <p:spPr>
          <a:xfrm>
            <a:off x="4289958" y="2973399"/>
            <a:ext cx="521208" cy="52120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33FFB187-549F-4335-BBD4-BC941C6260A3}"/>
              </a:ext>
            </a:extLst>
          </p:cNvPr>
          <p:cNvSpPr/>
          <p:nvPr/>
        </p:nvSpPr>
        <p:spPr>
          <a:xfrm>
            <a:off x="3148420" y="3514201"/>
            <a:ext cx="402336" cy="402336"/>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3" name="Shape 2">
            <a:extLst>
              <a:ext uri="{FF2B5EF4-FFF2-40B4-BE49-F238E27FC236}">
                <a16:creationId xmlns:a16="http://schemas.microsoft.com/office/drawing/2014/main" id="{E349CA4C-9C07-4EF3-B713-3DA6065C95A2}"/>
              </a:ext>
            </a:extLst>
          </p:cNvPr>
          <p:cNvSpPr/>
          <p:nvPr/>
        </p:nvSpPr>
        <p:spPr>
          <a:xfrm>
            <a:off x="304800" y="1243012"/>
            <a:ext cx="8458200" cy="5286374"/>
          </a:xfrm>
          <a:prstGeom prst="swooshArrow">
            <a:avLst>
              <a:gd name="adj1" fmla="val 25000"/>
              <a:gd name="adj2" fmla="val 25000"/>
            </a:avLst>
          </a:prstGeom>
          <a:scene3d>
            <a:camera prst="orthographicFront"/>
            <a:lightRig rig="threePt" dir="t">
              <a:rot lat="0" lon="0" rev="7500000"/>
            </a:lightRig>
          </a:scene3d>
          <a:sp3d z="-152400" extrusionH="63500" prstMaterial="matte">
            <a:bevelT w="144450" h="6350" prst="relaxedInset"/>
            <a:contourClr>
              <a:schemeClr val="bg1"/>
            </a:contourClr>
          </a:sp3d>
        </p:spPr>
        <p:style>
          <a:lnRef idx="0">
            <a:schemeClr val="dk1">
              <a:hueOff val="0"/>
              <a:satOff val="0"/>
              <a:lumOff val="0"/>
              <a:alphaOff val="0"/>
            </a:schemeClr>
          </a:lnRef>
          <a:fillRef idx="3">
            <a:schemeClr val="accent2">
              <a:tint val="55000"/>
              <a:hueOff val="0"/>
              <a:satOff val="0"/>
              <a:lumOff val="0"/>
              <a:alphaOff val="0"/>
            </a:schemeClr>
          </a:fillRef>
          <a:effectRef idx="0">
            <a:schemeClr val="accent2">
              <a:tint val="5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7901" name="Rectangle 2"/>
          <p:cNvSpPr>
            <a:spLocks noGrp="1" noChangeArrowheads="1"/>
          </p:cNvSpPr>
          <p:nvPr>
            <p:ph type="title"/>
          </p:nvPr>
        </p:nvSpPr>
        <p:spPr>
          <a:xfrm>
            <a:off x="1143000" y="457200"/>
            <a:ext cx="8229600" cy="487363"/>
          </a:xfrm>
        </p:spPr>
        <p:txBody>
          <a:bodyPr/>
          <a:lstStyle/>
          <a:p>
            <a:pPr algn="ctr" eaLnBrk="1" hangingPunct="1"/>
            <a:r>
              <a:rPr lang="en-US" sz="3000" dirty="0" err="1">
                <a:latin typeface="Arial" panose="020B0604020202020204" pitchFamily="34" charset="0"/>
                <a:cs typeface="Arial" panose="020B0604020202020204" pitchFamily="34" charset="0"/>
              </a:rPr>
              <a:t>Nội</a:t>
            </a:r>
            <a:r>
              <a:rPr lang="en-US" sz="3000" dirty="0">
                <a:latin typeface="Arial" panose="020B0604020202020204" pitchFamily="34" charset="0"/>
                <a:cs typeface="Arial" panose="020B0604020202020204" pitchFamily="34" charset="0"/>
              </a:rPr>
              <a:t> dung </a:t>
            </a:r>
            <a:r>
              <a:rPr lang="en-US" sz="3000" dirty="0" err="1">
                <a:latin typeface="Arial" panose="020B0604020202020204" pitchFamily="34" charset="0"/>
                <a:cs typeface="Arial" panose="020B0604020202020204" pitchFamily="34" charset="0"/>
              </a:rPr>
              <a:t>báo</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cáo</a:t>
            </a:r>
            <a:endParaRPr lang="en-US" sz="3000" dirty="0">
              <a:solidFill>
                <a:srgbClr val="FFFF00"/>
              </a:solidFill>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CEA578AA-570F-4119-A445-74E875F5C0BE}"/>
              </a:ext>
            </a:extLst>
          </p:cNvPr>
          <p:cNvSpPr/>
          <p:nvPr/>
        </p:nvSpPr>
        <p:spPr>
          <a:xfrm>
            <a:off x="1137932" y="5173960"/>
            <a:ext cx="194538" cy="19453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0"/>
              <a:satOff val="0"/>
              <a:lumOff val="0"/>
              <a:alphaOff val="0"/>
            </a:schemeClr>
          </a:fillRef>
          <a:effectRef idx="2">
            <a:schemeClr val="accent2">
              <a:shade val="50000"/>
              <a:hueOff val="0"/>
              <a:satOff val="0"/>
              <a:lumOff val="0"/>
              <a:alphaOff val="0"/>
            </a:schemeClr>
          </a:effectRef>
          <a:fontRef idx="minor">
            <a:schemeClr val="lt1"/>
          </a:fontRef>
        </p:style>
        <p:txBody>
          <a:bodyPr/>
          <a:lstStyle/>
          <a:p>
            <a:endParaRPr lang="en-US"/>
          </a:p>
        </p:txBody>
      </p:sp>
      <p:sp>
        <p:nvSpPr>
          <p:cNvPr id="7" name="Oval 6">
            <a:extLst>
              <a:ext uri="{FF2B5EF4-FFF2-40B4-BE49-F238E27FC236}">
                <a16:creationId xmlns:a16="http://schemas.microsoft.com/office/drawing/2014/main" id="{B6E293A5-CB6D-43C9-B2A4-D043A263AC84}"/>
              </a:ext>
            </a:extLst>
          </p:cNvPr>
          <p:cNvSpPr/>
          <p:nvPr/>
        </p:nvSpPr>
        <p:spPr>
          <a:xfrm>
            <a:off x="2190978" y="4162148"/>
            <a:ext cx="304495" cy="304495"/>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9" name="Oval 8">
            <a:extLst>
              <a:ext uri="{FF2B5EF4-FFF2-40B4-BE49-F238E27FC236}">
                <a16:creationId xmlns:a16="http://schemas.microsoft.com/office/drawing/2014/main" id="{148DCDE8-51E8-4F8A-9B6B-4451A695FB4A}"/>
              </a:ext>
            </a:extLst>
          </p:cNvPr>
          <p:cNvSpPr/>
          <p:nvPr/>
        </p:nvSpPr>
        <p:spPr>
          <a:xfrm>
            <a:off x="3150874" y="3505202"/>
            <a:ext cx="405993" cy="405993"/>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08FC6911-3B88-45CC-94AD-D3FDFFA7184E}"/>
              </a:ext>
            </a:extLst>
          </p:cNvPr>
          <p:cNvSpPr/>
          <p:nvPr/>
        </p:nvSpPr>
        <p:spPr>
          <a:xfrm>
            <a:off x="4302863" y="2971799"/>
            <a:ext cx="524408" cy="52440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3AC38CDC-ECB6-4324-8101-9A2830C8103A}"/>
              </a:ext>
            </a:extLst>
          </p:cNvPr>
          <p:cNvSpPr/>
          <p:nvPr/>
        </p:nvSpPr>
        <p:spPr>
          <a:xfrm>
            <a:off x="7418074" y="2209799"/>
            <a:ext cx="668197" cy="668197"/>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65A5CD82-35DA-4E4F-98DC-C59B160297A6}"/>
              </a:ext>
            </a:extLst>
          </p:cNvPr>
          <p:cNvSpPr/>
          <p:nvPr/>
        </p:nvSpPr>
        <p:spPr>
          <a:xfrm>
            <a:off x="5792840" y="2455996"/>
            <a:ext cx="594360" cy="594360"/>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2" name="Oval 21">
            <a:extLst>
              <a:ext uri="{FF2B5EF4-FFF2-40B4-BE49-F238E27FC236}">
                <a16:creationId xmlns:a16="http://schemas.microsoft.com/office/drawing/2014/main" id="{8F0493CA-311F-4B8F-B635-7F077D7F7489}"/>
              </a:ext>
            </a:extLst>
          </p:cNvPr>
          <p:cNvSpPr/>
          <p:nvPr/>
        </p:nvSpPr>
        <p:spPr>
          <a:xfrm>
            <a:off x="5791200" y="2438400"/>
            <a:ext cx="594360" cy="594360"/>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3" name="Oval 22">
            <a:extLst>
              <a:ext uri="{FF2B5EF4-FFF2-40B4-BE49-F238E27FC236}">
                <a16:creationId xmlns:a16="http://schemas.microsoft.com/office/drawing/2014/main" id="{25140D34-EC2B-43CE-B976-3DB6D35F4A85}"/>
              </a:ext>
            </a:extLst>
          </p:cNvPr>
          <p:cNvSpPr/>
          <p:nvPr/>
        </p:nvSpPr>
        <p:spPr>
          <a:xfrm>
            <a:off x="7418759" y="2197232"/>
            <a:ext cx="667512" cy="667512"/>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2B9AD5C1-984D-45A1-A91F-7585C2857755}"/>
              </a:ext>
            </a:extLst>
          </p:cNvPr>
          <p:cNvSpPr>
            <a:spLocks noGrp="1"/>
          </p:cNvSpPr>
          <p:nvPr>
            <p:ph type="sldNum" sz="quarter" idx="11"/>
          </p:nvPr>
        </p:nvSpPr>
        <p:spPr/>
        <p:txBody>
          <a:bodyPr/>
          <a:lstStyle/>
          <a:p>
            <a:pPr>
              <a:defRPr/>
            </a:pPr>
            <a:fld id="{87BA42B7-A03A-4E76-A070-C9884681A202}" type="slidenum">
              <a:rPr lang="en-US" smtClean="0"/>
              <a:pPr>
                <a:defRPr/>
              </a:pPr>
              <a:t>7</a:t>
            </a:fld>
            <a:endParaRPr lang="en-US"/>
          </a:p>
        </p:txBody>
      </p:sp>
      <p:sp>
        <p:nvSpPr>
          <p:cNvPr id="34" name="Freeform: Shape 33">
            <a:extLst>
              <a:ext uri="{FF2B5EF4-FFF2-40B4-BE49-F238E27FC236}">
                <a16:creationId xmlns:a16="http://schemas.microsoft.com/office/drawing/2014/main" id="{8F0F7CF1-5737-4ED2-A6DA-1CE18D156360}"/>
              </a:ext>
            </a:extLst>
          </p:cNvPr>
          <p:cNvSpPr/>
          <p:nvPr/>
        </p:nvSpPr>
        <p:spPr>
          <a:xfrm>
            <a:off x="612422" y="3509133"/>
            <a:ext cx="2163238" cy="1000989"/>
          </a:xfrm>
          <a:custGeom>
            <a:avLst/>
            <a:gdLst>
              <a:gd name="connsiteX0" fmla="*/ 0 w 2113711"/>
              <a:gd name="connsiteY0" fmla="*/ 0 h 1000989"/>
              <a:gd name="connsiteX1" fmla="*/ 2113711 w 2113711"/>
              <a:gd name="connsiteY1" fmla="*/ 0 h 1000989"/>
              <a:gd name="connsiteX2" fmla="*/ 2113711 w 2113711"/>
              <a:gd name="connsiteY2" fmla="*/ 1000989 h 1000989"/>
              <a:gd name="connsiteX3" fmla="*/ 0 w 2113711"/>
              <a:gd name="connsiteY3" fmla="*/ 1000989 h 1000989"/>
              <a:gd name="connsiteX4" fmla="*/ 0 w 2113711"/>
              <a:gd name="connsiteY4" fmla="*/ 0 h 10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3711" h="1000989">
                <a:moveTo>
                  <a:pt x="0" y="0"/>
                </a:moveTo>
                <a:lnTo>
                  <a:pt x="2113711" y="0"/>
                </a:lnTo>
                <a:lnTo>
                  <a:pt x="2113711" y="1000989"/>
                </a:lnTo>
                <a:lnTo>
                  <a:pt x="0" y="100098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082"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mj-lt"/>
              </a:rPr>
              <a:t>2. </a:t>
            </a:r>
            <a:r>
              <a:rPr lang="en-US" sz="1800" b="1" kern="1200" dirty="0" err="1">
                <a:solidFill>
                  <a:schemeClr val="tx1"/>
                </a:solidFill>
                <a:latin typeface="+mj-lt"/>
              </a:rPr>
              <a:t>Tổng</a:t>
            </a:r>
            <a:r>
              <a:rPr lang="en-US" sz="1800" b="1" kern="1200" dirty="0">
                <a:solidFill>
                  <a:schemeClr val="tx1"/>
                </a:solidFill>
                <a:latin typeface="+mj-lt"/>
              </a:rPr>
              <a:t> </a:t>
            </a:r>
            <a:r>
              <a:rPr lang="en-US" sz="1800" b="1" kern="1200" dirty="0" err="1">
                <a:solidFill>
                  <a:schemeClr val="tx1"/>
                </a:solidFill>
                <a:latin typeface="+mj-lt"/>
              </a:rPr>
              <a:t>quan</a:t>
            </a:r>
            <a:r>
              <a:rPr lang="en-US" sz="1800" b="1" kern="1200" dirty="0">
                <a:solidFill>
                  <a:schemeClr val="tx1"/>
                </a:solidFill>
                <a:latin typeface="+mj-lt"/>
              </a:rPr>
              <a:t> </a:t>
            </a:r>
            <a:r>
              <a:rPr lang="en-US" sz="1800" b="1" kern="1200" dirty="0" err="1">
                <a:solidFill>
                  <a:schemeClr val="tx1"/>
                </a:solidFill>
                <a:latin typeface="+mj-lt"/>
              </a:rPr>
              <a:t>và</a:t>
            </a:r>
            <a:r>
              <a:rPr lang="en-US" sz="1800" b="1" kern="1200" dirty="0">
                <a:solidFill>
                  <a:schemeClr val="tx1"/>
                </a:solidFill>
                <a:latin typeface="+mj-lt"/>
              </a:rPr>
              <a:t> </a:t>
            </a:r>
            <a:r>
              <a:rPr lang="en-US" sz="1800" b="1" kern="1200" dirty="0" err="1">
                <a:solidFill>
                  <a:schemeClr val="tx1"/>
                </a:solidFill>
                <a:latin typeface="+mj-lt"/>
              </a:rPr>
              <a:t>tính</a:t>
            </a:r>
            <a:r>
              <a:rPr lang="en-US" sz="1800" b="1" kern="1200" dirty="0">
                <a:solidFill>
                  <a:schemeClr val="tx1"/>
                </a:solidFill>
                <a:latin typeface="+mj-lt"/>
              </a:rPr>
              <a:t> </a:t>
            </a:r>
            <a:r>
              <a:rPr lang="en-US" sz="1800" b="1" kern="1200" dirty="0" err="1">
                <a:solidFill>
                  <a:schemeClr val="tx1"/>
                </a:solidFill>
                <a:latin typeface="+mj-lt"/>
              </a:rPr>
              <a:t>cấp</a:t>
            </a:r>
            <a:r>
              <a:rPr lang="en-US" sz="1800" b="1" kern="1200" dirty="0">
                <a:solidFill>
                  <a:schemeClr val="tx1"/>
                </a:solidFill>
                <a:latin typeface="+mj-lt"/>
              </a:rPr>
              <a:t> </a:t>
            </a:r>
            <a:r>
              <a:rPr lang="en-US" sz="1800" b="1" kern="1200" dirty="0" err="1">
                <a:solidFill>
                  <a:schemeClr val="tx1"/>
                </a:solidFill>
                <a:latin typeface="+mj-lt"/>
              </a:rPr>
              <a:t>thiết</a:t>
            </a:r>
            <a:endParaRPr lang="en-US" sz="1800" b="1" kern="1200" dirty="0">
              <a:solidFill>
                <a:schemeClr val="tx1"/>
              </a:solidFill>
              <a:latin typeface="+mj-lt"/>
            </a:endParaRPr>
          </a:p>
        </p:txBody>
      </p:sp>
      <p:sp>
        <p:nvSpPr>
          <p:cNvPr id="35" name="Freeform: Shape 34">
            <a:extLst>
              <a:ext uri="{FF2B5EF4-FFF2-40B4-BE49-F238E27FC236}">
                <a16:creationId xmlns:a16="http://schemas.microsoft.com/office/drawing/2014/main" id="{DA5EA19D-2C19-429E-B3E9-72368B548322}"/>
              </a:ext>
            </a:extLst>
          </p:cNvPr>
          <p:cNvSpPr/>
          <p:nvPr/>
        </p:nvSpPr>
        <p:spPr>
          <a:xfrm>
            <a:off x="2775660" y="4267204"/>
            <a:ext cx="2002092" cy="914392"/>
          </a:xfrm>
          <a:custGeom>
            <a:avLst/>
            <a:gdLst>
              <a:gd name="connsiteX0" fmla="*/ 0 w 2002092"/>
              <a:gd name="connsiteY0" fmla="*/ 0 h 914392"/>
              <a:gd name="connsiteX1" fmla="*/ 2002092 w 2002092"/>
              <a:gd name="connsiteY1" fmla="*/ 0 h 914392"/>
              <a:gd name="connsiteX2" fmla="*/ 2002092 w 2002092"/>
              <a:gd name="connsiteY2" fmla="*/ 914392 h 914392"/>
              <a:gd name="connsiteX3" fmla="*/ 0 w 2002092"/>
              <a:gd name="connsiteY3" fmla="*/ 914392 h 914392"/>
              <a:gd name="connsiteX4" fmla="*/ 0 w 2002092"/>
              <a:gd name="connsiteY4" fmla="*/ 0 h 91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2092" h="914392">
                <a:moveTo>
                  <a:pt x="0" y="0"/>
                </a:moveTo>
                <a:lnTo>
                  <a:pt x="2002092" y="0"/>
                </a:lnTo>
                <a:lnTo>
                  <a:pt x="2002092" y="914392"/>
                </a:lnTo>
                <a:lnTo>
                  <a:pt x="0" y="91439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1346" tIns="0" rIns="0" bIns="0" numCol="1" spcCol="1270" anchor="t" anchorCtr="0">
            <a:noAutofit/>
          </a:bodyPr>
          <a:lstStyle/>
          <a:p>
            <a:pPr marL="0" lvl="0" indent="0" algn="ctr" defTabSz="800100">
              <a:lnSpc>
                <a:spcPct val="90000"/>
              </a:lnSpc>
              <a:spcBef>
                <a:spcPct val="0"/>
              </a:spcBef>
              <a:spcAft>
                <a:spcPct val="35000"/>
              </a:spcAft>
              <a:buNone/>
            </a:pPr>
            <a:r>
              <a:rPr lang="en-US" sz="1800" b="1" kern="1200" dirty="0">
                <a:solidFill>
                  <a:schemeClr val="bg1">
                    <a:lumMod val="75000"/>
                  </a:schemeClr>
                </a:solidFill>
                <a:latin typeface="+mj-lt"/>
              </a:rPr>
              <a:t>3. </a:t>
            </a:r>
            <a:r>
              <a:rPr lang="en-US" sz="1800" b="1" kern="1200" dirty="0" err="1">
                <a:solidFill>
                  <a:schemeClr val="bg1">
                    <a:lumMod val="75000"/>
                  </a:schemeClr>
                </a:solidFill>
                <a:latin typeface="+mj-lt"/>
              </a:rPr>
              <a:t>Nội</a:t>
            </a:r>
            <a:r>
              <a:rPr lang="en-US" sz="1800" b="1" kern="1200" dirty="0">
                <a:solidFill>
                  <a:schemeClr val="bg1">
                    <a:lumMod val="75000"/>
                  </a:schemeClr>
                </a:solidFill>
                <a:latin typeface="+mj-lt"/>
              </a:rPr>
              <a:t> dung, Phương </a:t>
            </a:r>
            <a:r>
              <a:rPr lang="en-US" sz="1800" b="1" kern="1200" dirty="0" err="1">
                <a:solidFill>
                  <a:schemeClr val="bg1">
                    <a:lumMod val="75000"/>
                  </a:schemeClr>
                </a:solidFill>
                <a:latin typeface="+mj-lt"/>
              </a:rPr>
              <a:t>pháp</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nghiên</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cứu</a:t>
            </a:r>
            <a:endParaRPr lang="en-US" sz="1800" b="1" kern="1200" dirty="0">
              <a:solidFill>
                <a:schemeClr val="bg1">
                  <a:lumMod val="75000"/>
                </a:schemeClr>
              </a:solidFill>
              <a:latin typeface="+mj-lt"/>
            </a:endParaRPr>
          </a:p>
        </p:txBody>
      </p:sp>
      <p:sp>
        <p:nvSpPr>
          <p:cNvPr id="36" name="Freeform: Shape 35">
            <a:extLst>
              <a:ext uri="{FF2B5EF4-FFF2-40B4-BE49-F238E27FC236}">
                <a16:creationId xmlns:a16="http://schemas.microsoft.com/office/drawing/2014/main" id="{3C7BA502-84D9-4369-8FFD-F3650E206C31}"/>
              </a:ext>
            </a:extLst>
          </p:cNvPr>
          <p:cNvSpPr/>
          <p:nvPr/>
        </p:nvSpPr>
        <p:spPr>
          <a:xfrm>
            <a:off x="3218012" y="2153204"/>
            <a:ext cx="2285993" cy="1189773"/>
          </a:xfrm>
          <a:custGeom>
            <a:avLst/>
            <a:gdLst>
              <a:gd name="connsiteX0" fmla="*/ 0 w 2285993"/>
              <a:gd name="connsiteY0" fmla="*/ 0 h 1189773"/>
              <a:gd name="connsiteX1" fmla="*/ 2285993 w 2285993"/>
              <a:gd name="connsiteY1" fmla="*/ 0 h 1189773"/>
              <a:gd name="connsiteX2" fmla="*/ 2285993 w 2285993"/>
              <a:gd name="connsiteY2" fmla="*/ 1189773 h 1189773"/>
              <a:gd name="connsiteX3" fmla="*/ 0 w 2285993"/>
              <a:gd name="connsiteY3" fmla="*/ 1189773 h 1189773"/>
              <a:gd name="connsiteX4" fmla="*/ 0 w 2285993"/>
              <a:gd name="connsiteY4" fmla="*/ 0 h 1189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3" h="1189773">
                <a:moveTo>
                  <a:pt x="0" y="0"/>
                </a:moveTo>
                <a:lnTo>
                  <a:pt x="2285993" y="0"/>
                </a:lnTo>
                <a:lnTo>
                  <a:pt x="2285993" y="1189773"/>
                </a:lnTo>
                <a:lnTo>
                  <a:pt x="0" y="118977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128"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75000"/>
                  </a:schemeClr>
                </a:solidFill>
                <a:latin typeface="+mj-lt"/>
              </a:rPr>
              <a:t>4. </a:t>
            </a:r>
            <a:r>
              <a:rPr lang="en-US" sz="1800" b="1" kern="1200" dirty="0" err="1">
                <a:solidFill>
                  <a:schemeClr val="bg1">
                    <a:lumMod val="75000"/>
                  </a:schemeClr>
                </a:solidFill>
                <a:latin typeface="+mj-lt"/>
              </a:rPr>
              <a:t>Khả</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năng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ứng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dụng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của</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sản</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phẩm</a:t>
            </a:r>
            <a:endParaRPr lang="en-US" sz="1800" b="1" kern="1200" dirty="0">
              <a:solidFill>
                <a:schemeClr val="bg1">
                  <a:lumMod val="75000"/>
                </a:schemeClr>
              </a:solidFill>
              <a:latin typeface="+mj-lt"/>
            </a:endParaRPr>
          </a:p>
        </p:txBody>
      </p:sp>
      <p:sp>
        <p:nvSpPr>
          <p:cNvPr id="37" name="Freeform: Shape 36">
            <a:extLst>
              <a:ext uri="{FF2B5EF4-FFF2-40B4-BE49-F238E27FC236}">
                <a16:creationId xmlns:a16="http://schemas.microsoft.com/office/drawing/2014/main" id="{7B2479B4-E630-45D9-ABC8-2845E0E37C16}"/>
              </a:ext>
            </a:extLst>
          </p:cNvPr>
          <p:cNvSpPr/>
          <p:nvPr/>
        </p:nvSpPr>
        <p:spPr>
          <a:xfrm>
            <a:off x="5367295" y="3429000"/>
            <a:ext cx="2487934" cy="838204"/>
          </a:xfrm>
          <a:custGeom>
            <a:avLst/>
            <a:gdLst>
              <a:gd name="connsiteX0" fmla="*/ 0 w 2324127"/>
              <a:gd name="connsiteY0" fmla="*/ 0 h 998701"/>
              <a:gd name="connsiteX1" fmla="*/ 2324127 w 2324127"/>
              <a:gd name="connsiteY1" fmla="*/ 0 h 998701"/>
              <a:gd name="connsiteX2" fmla="*/ 2324127 w 2324127"/>
              <a:gd name="connsiteY2" fmla="*/ 998701 h 998701"/>
              <a:gd name="connsiteX3" fmla="*/ 0 w 2324127"/>
              <a:gd name="connsiteY3" fmla="*/ 998701 h 998701"/>
              <a:gd name="connsiteX4" fmla="*/ 0 w 2324127"/>
              <a:gd name="connsiteY4" fmla="*/ 0 h 998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27" h="998701">
                <a:moveTo>
                  <a:pt x="0" y="0"/>
                </a:moveTo>
                <a:lnTo>
                  <a:pt x="2324127" y="0"/>
                </a:lnTo>
                <a:lnTo>
                  <a:pt x="2324127" y="998701"/>
                </a:lnTo>
                <a:lnTo>
                  <a:pt x="0" y="99870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7873"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75000"/>
                  </a:schemeClr>
                </a:solidFill>
                <a:latin typeface="+mj-lt"/>
              </a:rPr>
              <a:t>5. </a:t>
            </a:r>
            <a:r>
              <a:rPr lang="en-US" sz="1800" b="1" kern="1200" dirty="0" err="1">
                <a:solidFill>
                  <a:schemeClr val="bg1">
                    <a:lumMod val="75000"/>
                  </a:schemeClr>
                </a:solidFill>
                <a:latin typeface="+mj-lt"/>
              </a:rPr>
              <a:t>Nhu</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cầu</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ứng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dụng</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và</a:t>
            </a:r>
            <a:r>
              <a:rPr lang="en-US" sz="1800" b="1" kern="1200" dirty="0">
                <a:solidFill>
                  <a:schemeClr val="bg1">
                    <a:lumMod val="75000"/>
                  </a:schemeClr>
                </a:solidFill>
                <a:latin typeface="+mj-lt"/>
              </a:rPr>
              <a:t> Phương </a:t>
            </a:r>
            <a:r>
              <a:rPr lang="en-US" sz="1800" b="1" kern="1200" dirty="0" err="1">
                <a:solidFill>
                  <a:schemeClr val="bg1">
                    <a:lumMod val="75000"/>
                  </a:schemeClr>
                </a:solidFill>
                <a:latin typeface="+mj-lt"/>
              </a:rPr>
              <a:t>thức</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chuyển</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giao</a:t>
            </a:r>
            <a:endParaRPr lang="en-US" sz="1800" b="1" kern="1200" dirty="0">
              <a:solidFill>
                <a:schemeClr val="bg1">
                  <a:lumMod val="75000"/>
                </a:schemeClr>
              </a:solidFill>
              <a:latin typeface="+mj-lt"/>
            </a:endParaRPr>
          </a:p>
        </p:txBody>
      </p:sp>
      <p:sp>
        <p:nvSpPr>
          <p:cNvPr id="38" name="Freeform: Shape 37">
            <a:extLst>
              <a:ext uri="{FF2B5EF4-FFF2-40B4-BE49-F238E27FC236}">
                <a16:creationId xmlns:a16="http://schemas.microsoft.com/office/drawing/2014/main" id="{44B29A94-DE6C-4CB0-A2ED-41783945ED44}"/>
              </a:ext>
            </a:extLst>
          </p:cNvPr>
          <p:cNvSpPr/>
          <p:nvPr/>
        </p:nvSpPr>
        <p:spPr>
          <a:xfrm>
            <a:off x="874941" y="5657706"/>
            <a:ext cx="2343071" cy="668197"/>
          </a:xfrm>
          <a:custGeom>
            <a:avLst/>
            <a:gdLst>
              <a:gd name="connsiteX0" fmla="*/ 0 w 1645948"/>
              <a:gd name="connsiteY0" fmla="*/ 0 h 1042804"/>
              <a:gd name="connsiteX1" fmla="*/ 1645948 w 1645948"/>
              <a:gd name="connsiteY1" fmla="*/ 0 h 1042804"/>
              <a:gd name="connsiteX2" fmla="*/ 1645948 w 1645948"/>
              <a:gd name="connsiteY2" fmla="*/ 1042804 h 1042804"/>
              <a:gd name="connsiteX3" fmla="*/ 0 w 1645948"/>
              <a:gd name="connsiteY3" fmla="*/ 1042804 h 1042804"/>
              <a:gd name="connsiteX4" fmla="*/ 0 w 1645948"/>
              <a:gd name="connsiteY4" fmla="*/ 0 h 104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5948" h="1042804">
                <a:moveTo>
                  <a:pt x="0" y="0"/>
                </a:moveTo>
                <a:lnTo>
                  <a:pt x="1645948" y="0"/>
                </a:lnTo>
                <a:lnTo>
                  <a:pt x="1645948" y="1042804"/>
                </a:lnTo>
                <a:lnTo>
                  <a:pt x="0" y="10428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4064"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75000"/>
                  </a:schemeClr>
                </a:solidFill>
                <a:latin typeface="+mj-lt"/>
              </a:rPr>
              <a:t>1.Năng </a:t>
            </a:r>
            <a:r>
              <a:rPr lang="en-US" sz="1800" b="1" kern="1200" dirty="0" err="1">
                <a:solidFill>
                  <a:schemeClr val="bg1">
                    <a:lumMod val="75000"/>
                  </a:schemeClr>
                </a:solidFill>
                <a:latin typeface="+mj-lt"/>
              </a:rPr>
              <a:t>lực</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tổ</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chức</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thực</a:t>
            </a:r>
            <a:r>
              <a:rPr lang="en-US" sz="1800" b="1" kern="1200" dirty="0">
                <a:solidFill>
                  <a:schemeClr val="bg1">
                    <a:lumMod val="75000"/>
                  </a:schemeClr>
                </a:solidFill>
                <a:latin typeface="+mj-lt"/>
              </a:rPr>
              <a:t> </a:t>
            </a:r>
            <a:r>
              <a:rPr lang="en-US" sz="1800" b="1" kern="1200" dirty="0" err="1">
                <a:solidFill>
                  <a:schemeClr val="bg1">
                    <a:lumMod val="75000"/>
                  </a:schemeClr>
                </a:solidFill>
                <a:latin typeface="+mj-lt"/>
              </a:rPr>
              <a:t>hiện</a:t>
            </a:r>
            <a:endParaRPr lang="en-US" sz="1800" b="1" kern="1200" dirty="0">
              <a:solidFill>
                <a:schemeClr val="bg1">
                  <a:lumMod val="75000"/>
                </a:schemeClr>
              </a:solidFill>
              <a:latin typeface="+mj-lt"/>
            </a:endParaRPr>
          </a:p>
        </p:txBody>
      </p:sp>
      <p:sp>
        <p:nvSpPr>
          <p:cNvPr id="39" name="TextBox 38">
            <a:extLst>
              <a:ext uri="{FF2B5EF4-FFF2-40B4-BE49-F238E27FC236}">
                <a16:creationId xmlns:a16="http://schemas.microsoft.com/office/drawing/2014/main" id="{1CD54C9F-D38C-40C6-AEA8-640D557BC9C0}"/>
              </a:ext>
            </a:extLst>
          </p:cNvPr>
          <p:cNvSpPr txBox="1"/>
          <p:nvPr/>
        </p:nvSpPr>
        <p:spPr>
          <a:xfrm>
            <a:off x="5397112" y="1140696"/>
            <a:ext cx="2758262" cy="646331"/>
          </a:xfrm>
          <a:prstGeom prst="rect">
            <a:avLst/>
          </a:prstGeom>
          <a:noFill/>
        </p:spPr>
        <p:txBody>
          <a:bodyPr wrap="square">
            <a:spAutoFit/>
          </a:bodyPr>
          <a:lstStyle/>
          <a:p>
            <a:pPr marL="171450"/>
            <a:r>
              <a:rPr lang="en-US" b="1" dirty="0">
                <a:solidFill>
                  <a:schemeClr val="bg1">
                    <a:lumMod val="75000"/>
                  </a:schemeClr>
                </a:solidFill>
                <a:latin typeface="+mj-lt"/>
              </a:rPr>
              <a:t>6. </a:t>
            </a:r>
            <a:r>
              <a:rPr lang="en-US" b="1" dirty="0" err="1">
                <a:solidFill>
                  <a:schemeClr val="bg1">
                    <a:lumMod val="75000"/>
                  </a:schemeClr>
                </a:solidFill>
                <a:latin typeface="+mj-lt"/>
              </a:rPr>
              <a:t>Kế</a:t>
            </a:r>
            <a:r>
              <a:rPr lang="en-US" b="1" dirty="0">
                <a:solidFill>
                  <a:schemeClr val="bg1">
                    <a:lumMod val="75000"/>
                  </a:schemeClr>
                </a:solidFill>
                <a:latin typeface="+mj-lt"/>
              </a:rPr>
              <a:t> </a:t>
            </a:r>
            <a:r>
              <a:rPr lang="en-US" b="1" dirty="0" err="1">
                <a:solidFill>
                  <a:schemeClr val="bg1">
                    <a:lumMod val="75000"/>
                  </a:schemeClr>
                </a:solidFill>
                <a:latin typeface="+mj-lt"/>
              </a:rPr>
              <a:t>hoạch</a:t>
            </a:r>
            <a:r>
              <a:rPr lang="en-US" b="1" dirty="0">
                <a:solidFill>
                  <a:schemeClr val="bg1">
                    <a:lumMod val="75000"/>
                  </a:schemeClr>
                </a:solidFill>
                <a:latin typeface="+mj-lt"/>
              </a:rPr>
              <a:t> </a:t>
            </a:r>
            <a:r>
              <a:rPr lang="en-US" b="1" dirty="0" err="1">
                <a:solidFill>
                  <a:schemeClr val="bg1">
                    <a:lumMod val="75000"/>
                  </a:schemeClr>
                </a:solidFill>
                <a:latin typeface="+mj-lt"/>
              </a:rPr>
              <a:t>thực</a:t>
            </a:r>
            <a:r>
              <a:rPr lang="en-US" b="1" dirty="0">
                <a:solidFill>
                  <a:schemeClr val="bg1">
                    <a:lumMod val="75000"/>
                  </a:schemeClr>
                </a:solidFill>
                <a:latin typeface="+mj-lt"/>
              </a:rPr>
              <a:t> </a:t>
            </a:r>
            <a:r>
              <a:rPr lang="en-US" b="1" dirty="0" err="1">
                <a:solidFill>
                  <a:schemeClr val="bg1">
                    <a:lumMod val="75000"/>
                  </a:schemeClr>
                </a:solidFill>
                <a:latin typeface="+mj-lt"/>
              </a:rPr>
              <a:t>hiện</a:t>
            </a:r>
            <a:r>
              <a:rPr lang="en-US" b="1" dirty="0">
                <a:solidFill>
                  <a:schemeClr val="bg1">
                    <a:lumMod val="75000"/>
                  </a:schemeClr>
                </a:solidFill>
                <a:latin typeface="+mj-lt"/>
              </a:rPr>
              <a:t> </a:t>
            </a:r>
            <a:r>
              <a:rPr lang="en-US" b="1" dirty="0" err="1">
                <a:solidFill>
                  <a:schemeClr val="bg1">
                    <a:lumMod val="75000"/>
                  </a:schemeClr>
                </a:solidFill>
                <a:latin typeface="+mj-lt"/>
              </a:rPr>
              <a:t>và</a:t>
            </a:r>
            <a:r>
              <a:rPr lang="en-US" b="1" dirty="0">
                <a:solidFill>
                  <a:schemeClr val="bg1">
                    <a:lumMod val="75000"/>
                  </a:schemeClr>
                </a:solidFill>
                <a:latin typeface="+mj-lt"/>
              </a:rPr>
              <a:t> </a:t>
            </a:r>
            <a:r>
              <a:rPr lang="en-US" b="1" dirty="0" err="1">
                <a:solidFill>
                  <a:schemeClr val="bg1">
                    <a:lumMod val="75000"/>
                  </a:schemeClr>
                </a:solidFill>
                <a:latin typeface="+mj-lt"/>
              </a:rPr>
              <a:t>dự</a:t>
            </a:r>
            <a:r>
              <a:rPr lang="en-US" b="1" dirty="0">
                <a:solidFill>
                  <a:schemeClr val="bg1">
                    <a:lumMod val="75000"/>
                  </a:schemeClr>
                </a:solidFill>
                <a:latin typeface="+mj-lt"/>
              </a:rPr>
              <a:t> </a:t>
            </a:r>
            <a:r>
              <a:rPr lang="en-US" b="1" dirty="0" err="1">
                <a:solidFill>
                  <a:schemeClr val="bg1">
                    <a:lumMod val="75000"/>
                  </a:schemeClr>
                </a:solidFill>
                <a:latin typeface="+mj-lt"/>
              </a:rPr>
              <a:t>toán</a:t>
            </a:r>
            <a:r>
              <a:rPr lang="en-US" b="1" dirty="0">
                <a:solidFill>
                  <a:schemeClr val="bg1">
                    <a:lumMod val="75000"/>
                  </a:schemeClr>
                </a:solidFill>
                <a:latin typeface="+mj-lt"/>
              </a:rPr>
              <a:t> </a:t>
            </a:r>
            <a:r>
              <a:rPr lang="en-US" b="1" dirty="0" err="1">
                <a:solidFill>
                  <a:schemeClr val="bg1">
                    <a:lumMod val="75000"/>
                  </a:schemeClr>
                </a:solidFill>
                <a:latin typeface="+mj-lt"/>
              </a:rPr>
              <a:t>kinh</a:t>
            </a:r>
            <a:r>
              <a:rPr lang="en-US" b="1" dirty="0">
                <a:solidFill>
                  <a:schemeClr val="bg1">
                    <a:lumMod val="75000"/>
                  </a:schemeClr>
                </a:solidFill>
                <a:latin typeface="+mj-lt"/>
              </a:rPr>
              <a:t> </a:t>
            </a:r>
            <a:r>
              <a:rPr lang="en-US" b="1" dirty="0" err="1">
                <a:solidFill>
                  <a:schemeClr val="bg1">
                    <a:lumMod val="75000"/>
                  </a:schemeClr>
                </a:solidFill>
                <a:latin typeface="+mj-lt"/>
              </a:rPr>
              <a:t>phí</a:t>
            </a:r>
            <a:endParaRPr lang="en-US" b="1" dirty="0">
              <a:solidFill>
                <a:schemeClr val="bg1">
                  <a:lumMod val="75000"/>
                </a:schemeClr>
              </a:solidFill>
              <a:latin typeface="+mj-lt"/>
            </a:endParaRPr>
          </a:p>
        </p:txBody>
      </p:sp>
      <p:sp>
        <p:nvSpPr>
          <p:cNvPr id="28" name="Oval 27">
            <a:extLst>
              <a:ext uri="{FF2B5EF4-FFF2-40B4-BE49-F238E27FC236}">
                <a16:creationId xmlns:a16="http://schemas.microsoft.com/office/drawing/2014/main" id="{B20DDC8E-022D-4585-BBBD-ECB5302F639D}"/>
              </a:ext>
            </a:extLst>
          </p:cNvPr>
          <p:cNvSpPr/>
          <p:nvPr/>
        </p:nvSpPr>
        <p:spPr>
          <a:xfrm>
            <a:off x="1139763" y="5182203"/>
            <a:ext cx="192024" cy="192024"/>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6709257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483F-F54E-499B-8C53-47C7CFC56F29}"/>
              </a:ext>
            </a:extLst>
          </p:cNvPr>
          <p:cNvSpPr>
            <a:spLocks noGrp="1"/>
          </p:cNvSpPr>
          <p:nvPr>
            <p:ph type="title"/>
          </p:nvPr>
        </p:nvSpPr>
        <p:spPr/>
        <p:txBody>
          <a:bodyPr/>
          <a:lstStyle/>
          <a:p>
            <a:r>
              <a:rPr lang="en-US"/>
              <a:t>2. </a:t>
            </a:r>
            <a:r>
              <a:rPr lang="en-US" dirty="0" err="1"/>
              <a:t>Nghiên</a:t>
            </a:r>
            <a:r>
              <a:rPr lang="en-US" dirty="0"/>
              <a:t> </a:t>
            </a:r>
            <a:r>
              <a:rPr lang="en-US" dirty="0" err="1"/>
              <a:t>cứu</a:t>
            </a:r>
            <a:r>
              <a:rPr lang="en-US" dirty="0"/>
              <a:t> </a:t>
            </a:r>
            <a:r>
              <a:rPr lang="en-US" dirty="0" err="1"/>
              <a:t>trong</a:t>
            </a:r>
            <a:r>
              <a:rPr lang="en-US" dirty="0"/>
              <a:t> </a:t>
            </a:r>
            <a:r>
              <a:rPr lang="en-US" dirty="0" err="1"/>
              <a:t>và</a:t>
            </a:r>
            <a:r>
              <a:rPr lang="en-US" dirty="0"/>
              <a:t> </a:t>
            </a:r>
            <a:r>
              <a:rPr lang="en-US" dirty="0" err="1"/>
              <a:t>ngoài</a:t>
            </a:r>
            <a:r>
              <a:rPr lang="en-US" dirty="0"/>
              <a:t> </a:t>
            </a:r>
            <a:r>
              <a:rPr lang="en-US" dirty="0" err="1"/>
              <a:t>nước</a:t>
            </a:r>
            <a:endParaRPr lang="en-US" dirty="0"/>
          </a:p>
        </p:txBody>
      </p:sp>
      <p:sp>
        <p:nvSpPr>
          <p:cNvPr id="3" name="Content Placeholder 2">
            <a:extLst>
              <a:ext uri="{FF2B5EF4-FFF2-40B4-BE49-F238E27FC236}">
                <a16:creationId xmlns:a16="http://schemas.microsoft.com/office/drawing/2014/main" id="{CC3922D2-D6AA-4A4E-B714-F30F684CBFDE}"/>
              </a:ext>
            </a:extLst>
          </p:cNvPr>
          <p:cNvSpPr>
            <a:spLocks noGrp="1"/>
          </p:cNvSpPr>
          <p:nvPr>
            <p:ph idx="1"/>
          </p:nvPr>
        </p:nvSpPr>
        <p:spPr/>
        <p:txBody>
          <a:bodyPr/>
          <a:lstStyle/>
          <a:p>
            <a:endParaRPr lang="en-US" sz="2000" dirty="0"/>
          </a:p>
          <a:p>
            <a:r>
              <a:rPr lang="en-US" sz="2000" dirty="0" err="1"/>
              <a:t>Mỗi</a:t>
            </a:r>
            <a:r>
              <a:rPr lang="en-US" sz="2000" dirty="0"/>
              <a:t> </a:t>
            </a:r>
            <a:r>
              <a:rPr lang="en-US" sz="2000" dirty="0" err="1"/>
              <a:t>nghiên</a:t>
            </a:r>
            <a:r>
              <a:rPr lang="en-US" sz="2000" dirty="0"/>
              <a:t> </a:t>
            </a:r>
            <a:r>
              <a:rPr lang="en-US" sz="2000" dirty="0" err="1"/>
              <a:t>cứu</a:t>
            </a:r>
            <a:r>
              <a:rPr lang="en-US" sz="2000" dirty="0"/>
              <a:t> </a:t>
            </a:r>
            <a:r>
              <a:rPr lang="en-US" sz="2000" dirty="0" err="1"/>
              <a:t>tập</a:t>
            </a:r>
            <a:r>
              <a:rPr lang="en-US" sz="2000" dirty="0"/>
              <a:t> </a:t>
            </a:r>
            <a:r>
              <a:rPr lang="en-US" sz="2000" dirty="0" err="1"/>
              <a:t>trung</a:t>
            </a:r>
            <a:r>
              <a:rPr lang="en-US" sz="2000" dirty="0"/>
              <a:t> </a:t>
            </a:r>
            <a:r>
              <a:rPr lang="en-US" sz="2000" dirty="0" err="1"/>
              <a:t>vào</a:t>
            </a:r>
            <a:r>
              <a:rPr lang="en-US" sz="2000" dirty="0"/>
              <a:t> </a:t>
            </a:r>
            <a:r>
              <a:rPr lang="en-US" sz="2000" dirty="0" err="1"/>
              <a:t>các</a:t>
            </a:r>
            <a:r>
              <a:rPr lang="en-US" sz="2000" dirty="0"/>
              <a:t> </a:t>
            </a:r>
            <a:r>
              <a:rPr lang="en-US" sz="2000" dirty="0" err="1"/>
              <a:t>nhiệm</a:t>
            </a:r>
            <a:r>
              <a:rPr lang="en-US" sz="2000" dirty="0"/>
              <a:t> </a:t>
            </a:r>
            <a:r>
              <a:rPr lang="en-US" sz="2000" dirty="0" err="1"/>
              <a:t>vụ</a:t>
            </a:r>
            <a:r>
              <a:rPr lang="en-US" sz="2000" dirty="0"/>
              <a:t> </a:t>
            </a:r>
            <a:r>
              <a:rPr lang="en-US" sz="2000" dirty="0" err="1"/>
              <a:t>cụ</a:t>
            </a:r>
            <a:r>
              <a:rPr lang="en-US" sz="2000" dirty="0"/>
              <a:t> </a:t>
            </a:r>
            <a:r>
              <a:rPr lang="en-US" sz="2000" dirty="0" err="1"/>
              <a:t>thể</a:t>
            </a:r>
            <a:r>
              <a:rPr lang="en-US" sz="2000" dirty="0"/>
              <a:t>.</a:t>
            </a:r>
          </a:p>
          <a:p>
            <a:r>
              <a:rPr lang="en-US" sz="2000" dirty="0" err="1"/>
              <a:t>Nghiên</a:t>
            </a:r>
            <a:r>
              <a:rPr lang="en-US" sz="2000" dirty="0"/>
              <a:t> </a:t>
            </a:r>
            <a:r>
              <a:rPr lang="en-US" sz="2000" dirty="0" err="1"/>
              <a:t>cứu</a:t>
            </a:r>
            <a:r>
              <a:rPr lang="en-US" sz="2000" dirty="0"/>
              <a:t> </a:t>
            </a:r>
            <a:r>
              <a:rPr lang="en-US" sz="2000" dirty="0" err="1"/>
              <a:t>hỗ</a:t>
            </a:r>
            <a:r>
              <a:rPr lang="en-US" sz="2000" dirty="0"/>
              <a:t> </a:t>
            </a:r>
            <a:r>
              <a:rPr lang="en-US" sz="2000" dirty="0" err="1"/>
              <a:t>trợ</a:t>
            </a:r>
            <a:r>
              <a:rPr lang="en-US" sz="2000" dirty="0"/>
              <a:t> </a:t>
            </a:r>
            <a:r>
              <a:rPr lang="en-US" sz="2000" dirty="0" err="1"/>
              <a:t>đi</a:t>
            </a:r>
            <a:r>
              <a:rPr lang="en-US" sz="2000" dirty="0"/>
              <a:t> </a:t>
            </a:r>
            <a:r>
              <a:rPr lang="en-US" sz="2000" dirty="0" err="1"/>
              <a:t>lại</a:t>
            </a:r>
            <a:r>
              <a:rPr lang="en-US" sz="2000" dirty="0"/>
              <a:t>: </a:t>
            </a:r>
          </a:p>
          <a:p>
            <a:pPr lvl="1"/>
            <a:r>
              <a:rPr lang="en-US" sz="2000" dirty="0" err="1"/>
              <a:t>Nhận</a:t>
            </a:r>
            <a:r>
              <a:rPr lang="en-US" sz="2000" dirty="0"/>
              <a:t> </a:t>
            </a:r>
            <a:r>
              <a:rPr lang="en-US" sz="2000" dirty="0" err="1"/>
              <a:t>dạng</a:t>
            </a:r>
            <a:r>
              <a:rPr lang="en-US" sz="2000" dirty="0"/>
              <a:t> </a:t>
            </a:r>
            <a:r>
              <a:rPr lang="en-US" sz="2000" dirty="0" err="1"/>
              <a:t>đối</a:t>
            </a:r>
            <a:r>
              <a:rPr lang="en-US" sz="2000" dirty="0"/>
              <a:t> </a:t>
            </a:r>
            <a:r>
              <a:rPr lang="en-US" sz="2000" dirty="0" err="1"/>
              <a:t>tượng</a:t>
            </a:r>
            <a:r>
              <a:rPr lang="en-US" sz="2000" dirty="0"/>
              <a:t> + </a:t>
            </a:r>
            <a:r>
              <a:rPr lang="en-US" sz="2000" dirty="0" err="1"/>
              <a:t>thiết</a:t>
            </a:r>
            <a:r>
              <a:rPr lang="en-US" sz="2000" dirty="0"/>
              <a:t> </a:t>
            </a:r>
            <a:r>
              <a:rPr lang="en-US" sz="2000" dirty="0" err="1"/>
              <a:t>bị</a:t>
            </a:r>
            <a:r>
              <a:rPr lang="en-US" sz="2000" dirty="0"/>
              <a:t> </a:t>
            </a:r>
            <a:r>
              <a:rPr lang="en-US" sz="2000" dirty="0" err="1"/>
              <a:t>cảnh</a:t>
            </a:r>
            <a:r>
              <a:rPr lang="en-US" sz="2000" dirty="0"/>
              <a:t> </a:t>
            </a:r>
            <a:r>
              <a:rPr lang="en-US" sz="2000" dirty="0" err="1"/>
              <a:t>báo</a:t>
            </a:r>
            <a:r>
              <a:rPr lang="en-US" sz="2000" dirty="0"/>
              <a:t> + </a:t>
            </a:r>
            <a:r>
              <a:rPr lang="en-US" sz="2000" dirty="0" err="1"/>
              <a:t>giọng</a:t>
            </a:r>
            <a:r>
              <a:rPr lang="en-US" sz="2000" dirty="0"/>
              <a:t> </a:t>
            </a:r>
            <a:r>
              <a:rPr lang="en-US" sz="2000" dirty="0" err="1"/>
              <a:t>đọc</a:t>
            </a:r>
            <a:r>
              <a:rPr lang="en-US" sz="2000" dirty="0"/>
              <a:t>.</a:t>
            </a:r>
          </a:p>
          <a:p>
            <a:pPr lvl="1"/>
            <a:r>
              <a:rPr lang="en-US" sz="2000" dirty="0"/>
              <a:t>OCR </a:t>
            </a:r>
            <a:r>
              <a:rPr lang="en-US" sz="2000" dirty="0" err="1"/>
              <a:t>biển</a:t>
            </a:r>
            <a:r>
              <a:rPr lang="en-US" sz="2000" dirty="0"/>
              <a:t> </a:t>
            </a:r>
            <a:r>
              <a:rPr lang="en-US" sz="2000" dirty="0" err="1"/>
              <a:t>báo</a:t>
            </a:r>
            <a:r>
              <a:rPr lang="en-US" sz="2000" dirty="0"/>
              <a:t>/</a:t>
            </a:r>
            <a:r>
              <a:rPr lang="en-US" sz="2000" dirty="0" err="1"/>
              <a:t>chỉ</a:t>
            </a:r>
            <a:r>
              <a:rPr lang="en-US" sz="2000" dirty="0"/>
              <a:t> </a:t>
            </a:r>
            <a:r>
              <a:rPr lang="en-US" sz="2000" dirty="0" err="1"/>
              <a:t>dẫn</a:t>
            </a:r>
            <a:r>
              <a:rPr lang="en-US" sz="2000" dirty="0"/>
              <a:t> + </a:t>
            </a:r>
            <a:r>
              <a:rPr lang="en-US" sz="2000" dirty="0" err="1"/>
              <a:t>giọng</a:t>
            </a:r>
            <a:r>
              <a:rPr lang="en-US" sz="2000" dirty="0"/>
              <a:t> </a:t>
            </a:r>
            <a:r>
              <a:rPr lang="en-US" sz="2000" dirty="0" err="1"/>
              <a:t>đọc</a:t>
            </a:r>
            <a:r>
              <a:rPr lang="en-US" sz="2000" dirty="0"/>
              <a:t> (</a:t>
            </a:r>
            <a:r>
              <a:rPr lang="en-US" sz="2000" i="1" dirty="0">
                <a:solidFill>
                  <a:srgbClr val="000000"/>
                </a:solidFill>
                <a:effectLst/>
                <a:latin typeface="Times New Roman" panose="02020603050405020304" pitchFamily="18" charset="0"/>
                <a:ea typeface="Arial" panose="020B0604020202020204" pitchFamily="34" charset="0"/>
              </a:rPr>
              <a:t>Panchal, 2016</a:t>
            </a:r>
            <a:r>
              <a:rPr lang="en-US" sz="2000" dirty="0"/>
              <a:t>).</a:t>
            </a:r>
          </a:p>
          <a:p>
            <a:pPr lvl="1"/>
            <a:r>
              <a:rPr lang="en-US" sz="2000" dirty="0" err="1"/>
              <a:t>Phát</a:t>
            </a:r>
            <a:r>
              <a:rPr lang="en-US" sz="2000" dirty="0"/>
              <a:t> </a:t>
            </a:r>
            <a:r>
              <a:rPr lang="en-US" sz="2000" dirty="0" err="1"/>
              <a:t>hiện</a:t>
            </a:r>
            <a:r>
              <a:rPr lang="en-US" sz="2000" dirty="0"/>
              <a:t> </a:t>
            </a:r>
            <a:r>
              <a:rPr lang="en-US" sz="2000" dirty="0" err="1"/>
              <a:t>đối</a:t>
            </a:r>
            <a:r>
              <a:rPr lang="en-US" sz="2000" dirty="0"/>
              <a:t> </a:t>
            </a:r>
            <a:r>
              <a:rPr lang="en-US" sz="2000" dirty="0" err="1"/>
              <a:t>tượng</a:t>
            </a:r>
            <a:r>
              <a:rPr lang="en-US" sz="2000" dirty="0"/>
              <a:t>, </a:t>
            </a:r>
            <a:r>
              <a:rPr lang="en-US" sz="2000" dirty="0" err="1"/>
              <a:t>vật</a:t>
            </a:r>
            <a:r>
              <a:rPr lang="en-US" sz="2000" dirty="0"/>
              <a:t> </a:t>
            </a:r>
            <a:r>
              <a:rPr lang="en-US" sz="2000" dirty="0" err="1"/>
              <a:t>cản</a:t>
            </a:r>
            <a:r>
              <a:rPr lang="en-US" sz="2000" dirty="0"/>
              <a:t> (</a:t>
            </a:r>
            <a:r>
              <a:rPr lang="en-US" sz="2000" i="1" dirty="0">
                <a:solidFill>
                  <a:srgbClr val="000000"/>
                </a:solidFill>
                <a:effectLst/>
                <a:latin typeface="Times New Roman" panose="02020603050405020304" pitchFamily="18" charset="0"/>
                <a:ea typeface="Arial" panose="020B0604020202020204" pitchFamily="34" charset="0"/>
              </a:rPr>
              <a:t>Priya, 2020</a:t>
            </a:r>
            <a:r>
              <a:rPr lang="en-US" sz="2000" dirty="0"/>
              <a:t>).</a:t>
            </a:r>
          </a:p>
          <a:p>
            <a:pPr lvl="1"/>
            <a:r>
              <a:rPr lang="en-US" sz="2000" dirty="0" err="1"/>
              <a:t>Phát</a:t>
            </a:r>
            <a:r>
              <a:rPr lang="en-US" sz="2000" dirty="0"/>
              <a:t> </a:t>
            </a:r>
            <a:r>
              <a:rPr lang="en-US" sz="2000" dirty="0" err="1"/>
              <a:t>hiện</a:t>
            </a:r>
            <a:r>
              <a:rPr lang="en-US" sz="2000" dirty="0"/>
              <a:t> </a:t>
            </a:r>
            <a:r>
              <a:rPr lang="en-US" sz="2000" dirty="0" err="1"/>
              <a:t>vật</a:t>
            </a:r>
            <a:r>
              <a:rPr lang="en-US" sz="2000" dirty="0"/>
              <a:t> </a:t>
            </a:r>
            <a:r>
              <a:rPr lang="en-US" sz="2000" dirty="0" err="1"/>
              <a:t>cản</a:t>
            </a:r>
            <a:r>
              <a:rPr lang="en-US" sz="2000" dirty="0"/>
              <a:t> + </a:t>
            </a:r>
            <a:r>
              <a:rPr lang="en-US" sz="2000" dirty="0" err="1"/>
              <a:t>cảm</a:t>
            </a:r>
            <a:r>
              <a:rPr lang="en-US" sz="2000" dirty="0"/>
              <a:t> </a:t>
            </a:r>
            <a:r>
              <a:rPr lang="en-US" sz="2000" dirty="0" err="1"/>
              <a:t>biến</a:t>
            </a:r>
            <a:r>
              <a:rPr lang="en-US" sz="2000" dirty="0"/>
              <a:t> </a:t>
            </a:r>
            <a:r>
              <a:rPr lang="en-US" sz="2000" dirty="0" err="1"/>
              <a:t>đo</a:t>
            </a:r>
            <a:r>
              <a:rPr lang="en-US" sz="2000" dirty="0"/>
              <a:t> </a:t>
            </a:r>
            <a:r>
              <a:rPr lang="en-US" sz="2000" dirty="0" err="1"/>
              <a:t>khoảng</a:t>
            </a:r>
            <a:r>
              <a:rPr lang="en-US" sz="2000" dirty="0"/>
              <a:t> </a:t>
            </a:r>
            <a:r>
              <a:rPr lang="en-US" sz="2000" dirty="0" err="1"/>
              <a:t>cách</a:t>
            </a:r>
            <a:r>
              <a:rPr lang="en-US" sz="2000" dirty="0"/>
              <a:t> (</a:t>
            </a:r>
            <a:r>
              <a:rPr lang="en-US" sz="2000" i="1" dirty="0" err="1">
                <a:solidFill>
                  <a:srgbClr val="000000"/>
                </a:solidFill>
                <a:effectLst/>
                <a:latin typeface="Times New Roman" panose="02020603050405020304" pitchFamily="18" charset="0"/>
                <a:ea typeface="Arial" panose="020B0604020202020204" pitchFamily="34" charset="0"/>
              </a:rPr>
              <a:t>Gatti</a:t>
            </a:r>
            <a:r>
              <a:rPr lang="en-US" sz="2000" i="1" dirty="0">
                <a:solidFill>
                  <a:srgbClr val="000000"/>
                </a:solidFill>
                <a:effectLst/>
                <a:latin typeface="Times New Roman" panose="02020603050405020304" pitchFamily="18" charset="0"/>
                <a:ea typeface="Arial" panose="020B0604020202020204" pitchFamily="34" charset="0"/>
              </a:rPr>
              <a:t>, 2020</a:t>
            </a:r>
            <a:r>
              <a:rPr lang="en-US" sz="2000" dirty="0"/>
              <a:t>).</a:t>
            </a:r>
          </a:p>
          <a:p>
            <a:r>
              <a:rPr lang="en-US" sz="2000" dirty="0" err="1"/>
              <a:t>Nghiên</a:t>
            </a:r>
            <a:r>
              <a:rPr lang="en-US" sz="2000" dirty="0"/>
              <a:t> </a:t>
            </a:r>
            <a:r>
              <a:rPr lang="en-US" sz="2000" dirty="0" err="1"/>
              <a:t>cứu</a:t>
            </a:r>
            <a:r>
              <a:rPr lang="en-US" sz="2000" dirty="0"/>
              <a:t> </a:t>
            </a:r>
            <a:r>
              <a:rPr lang="en-US" sz="2000" dirty="0" err="1"/>
              <a:t>hỗ</a:t>
            </a:r>
            <a:r>
              <a:rPr lang="en-US" sz="2000" dirty="0"/>
              <a:t> </a:t>
            </a:r>
            <a:r>
              <a:rPr lang="en-US" sz="2000" dirty="0" err="1"/>
              <a:t>trợ</a:t>
            </a:r>
            <a:r>
              <a:rPr lang="en-US" sz="2000" dirty="0"/>
              <a:t> </a:t>
            </a:r>
            <a:r>
              <a:rPr lang="en-US" sz="2000" dirty="0" err="1"/>
              <a:t>đọc</a:t>
            </a:r>
            <a:r>
              <a:rPr lang="en-US" sz="2000" dirty="0"/>
              <a:t> tin</a:t>
            </a:r>
          </a:p>
          <a:p>
            <a:pPr lvl="1"/>
            <a:r>
              <a:rPr lang="en-US" sz="2000" dirty="0" err="1"/>
              <a:t>Nhận</a:t>
            </a:r>
            <a:r>
              <a:rPr lang="en-US" sz="2000" dirty="0"/>
              <a:t> </a:t>
            </a:r>
            <a:r>
              <a:rPr lang="en-US" sz="2000" dirty="0" err="1"/>
              <a:t>dạng</a:t>
            </a:r>
            <a:r>
              <a:rPr lang="en-US" sz="2000" dirty="0"/>
              <a:t> </a:t>
            </a:r>
            <a:r>
              <a:rPr lang="en-US" sz="2000" dirty="0" err="1"/>
              <a:t>mệnh</a:t>
            </a:r>
            <a:r>
              <a:rPr lang="en-US" sz="2000" dirty="0"/>
              <a:t> </a:t>
            </a:r>
            <a:r>
              <a:rPr lang="en-US" sz="2000" dirty="0" err="1"/>
              <a:t>giá</a:t>
            </a:r>
            <a:r>
              <a:rPr lang="en-US" sz="2000" dirty="0"/>
              <a:t> </a:t>
            </a:r>
            <a:r>
              <a:rPr lang="en-US" sz="2000" dirty="0" err="1"/>
              <a:t>tiền</a:t>
            </a:r>
            <a:r>
              <a:rPr lang="en-US" sz="2000" dirty="0"/>
              <a:t> (</a:t>
            </a:r>
            <a:r>
              <a:rPr lang="en-US" sz="2000" i="1" dirty="0">
                <a:solidFill>
                  <a:srgbClr val="000000"/>
                </a:solidFill>
                <a:effectLst/>
                <a:latin typeface="Times New Roman" panose="02020603050405020304" pitchFamily="18" charset="0"/>
                <a:ea typeface="Arial" panose="020B0604020202020204" pitchFamily="34" charset="0"/>
              </a:rPr>
              <a:t>Joshi, 2020</a:t>
            </a:r>
            <a:r>
              <a:rPr lang="en-US" sz="2000" dirty="0"/>
              <a:t>).</a:t>
            </a:r>
          </a:p>
          <a:p>
            <a:pPr lvl="1"/>
            <a:r>
              <a:rPr lang="en-US" sz="2000" dirty="0" err="1"/>
              <a:t>Đọc</a:t>
            </a:r>
            <a:r>
              <a:rPr lang="en-US" sz="2000" dirty="0"/>
              <a:t> tin </a:t>
            </a:r>
            <a:r>
              <a:rPr lang="en-US" sz="2000" dirty="0" err="1"/>
              <a:t>nhắn</a:t>
            </a:r>
            <a:r>
              <a:rPr lang="en-US" sz="2000" dirty="0"/>
              <a:t> </a:t>
            </a:r>
            <a:r>
              <a:rPr lang="en-US" sz="2000" dirty="0">
                <a:solidFill>
                  <a:srgbClr val="000000"/>
                </a:solidFill>
                <a:effectLst/>
                <a:latin typeface="Times New Roman" panose="02020603050405020304" pitchFamily="18" charset="0"/>
                <a:ea typeface="Arial" panose="020B0604020202020204" pitchFamily="34" charset="0"/>
              </a:rPr>
              <a:t>(</a:t>
            </a:r>
            <a:r>
              <a:rPr lang="en-US" sz="2000" i="1" dirty="0">
                <a:solidFill>
                  <a:srgbClr val="000000"/>
                </a:solidFill>
                <a:effectLst/>
                <a:latin typeface="Times New Roman" panose="02020603050405020304" pitchFamily="18" charset="0"/>
                <a:ea typeface="Arial" panose="020B0604020202020204" pitchFamily="34" charset="0"/>
              </a:rPr>
              <a:t>Kumar, 2011</a:t>
            </a:r>
            <a:r>
              <a:rPr lang="en-US" sz="2000" dirty="0">
                <a:solidFill>
                  <a:srgbClr val="000000"/>
                </a:solidFill>
                <a:effectLst/>
                <a:latin typeface="Times New Roman" panose="02020603050405020304" pitchFamily="18" charset="0"/>
                <a:ea typeface="Arial" panose="020B0604020202020204" pitchFamily="34" charset="0"/>
              </a:rPr>
              <a:t>).</a:t>
            </a:r>
          </a:p>
          <a:p>
            <a:pPr lvl="1"/>
            <a:r>
              <a:rPr lang="en-US" sz="2000" dirty="0">
                <a:solidFill>
                  <a:srgbClr val="000000"/>
                </a:solidFill>
              </a:rPr>
              <a:t>OCR + </a:t>
            </a:r>
            <a:r>
              <a:rPr lang="en-US" sz="2000" dirty="0" err="1">
                <a:solidFill>
                  <a:srgbClr val="000000"/>
                </a:solidFill>
              </a:rPr>
              <a:t>giọng</a:t>
            </a:r>
            <a:r>
              <a:rPr lang="en-US" sz="2000" dirty="0">
                <a:solidFill>
                  <a:srgbClr val="000000"/>
                </a:solidFill>
              </a:rPr>
              <a:t> </a:t>
            </a:r>
            <a:r>
              <a:rPr lang="en-US" sz="2000" dirty="0" err="1">
                <a:solidFill>
                  <a:srgbClr val="000000"/>
                </a:solidFill>
              </a:rPr>
              <a:t>đọc</a:t>
            </a:r>
            <a:r>
              <a:rPr lang="en-US" sz="2000" dirty="0">
                <a:solidFill>
                  <a:srgbClr val="000000"/>
                </a:solidFill>
              </a:rPr>
              <a:t> </a:t>
            </a:r>
            <a:r>
              <a:rPr lang="en-US" sz="2000" dirty="0" err="1">
                <a:solidFill>
                  <a:srgbClr val="000000"/>
                </a:solidFill>
              </a:rPr>
              <a:t>từ</a:t>
            </a:r>
            <a:r>
              <a:rPr lang="en-US" sz="2000" dirty="0">
                <a:solidFill>
                  <a:srgbClr val="000000"/>
                </a:solidFill>
              </a:rPr>
              <a:t> Google Cloud API (</a:t>
            </a:r>
            <a:r>
              <a:rPr lang="en-US" sz="2000" i="1" dirty="0">
                <a:solidFill>
                  <a:srgbClr val="000000"/>
                </a:solidFill>
                <a:effectLst/>
                <a:latin typeface="Times New Roman" panose="02020603050405020304" pitchFamily="18" charset="0"/>
                <a:ea typeface="Arial" panose="020B0604020202020204" pitchFamily="34" charset="0"/>
              </a:rPr>
              <a:t>Manikandan, 2017</a:t>
            </a:r>
            <a:r>
              <a:rPr lang="en-US" sz="2000" dirty="0">
                <a:solidFill>
                  <a:srgbClr val="000000"/>
                </a:solidFill>
              </a:rPr>
              <a:t>).</a:t>
            </a:r>
            <a:endParaRPr lang="en-US" sz="2000" dirty="0"/>
          </a:p>
          <a:p>
            <a:pPr lvl="1"/>
            <a:r>
              <a:rPr lang="en-US" sz="2000" dirty="0" err="1"/>
              <a:t>Đọc</a:t>
            </a:r>
            <a:r>
              <a:rPr lang="en-US" sz="2000" dirty="0"/>
              <a:t> tin </a:t>
            </a:r>
            <a:r>
              <a:rPr lang="en-US" sz="2000" dirty="0" err="1"/>
              <a:t>từ</a:t>
            </a:r>
            <a:r>
              <a:rPr lang="en-US" sz="2000" dirty="0"/>
              <a:t> Internet </a:t>
            </a:r>
            <a:r>
              <a:rPr lang="en-US" sz="2000" dirty="0" err="1"/>
              <a:t>sử</a:t>
            </a:r>
            <a:r>
              <a:rPr lang="en-US" sz="2000" dirty="0"/>
              <a:t> </a:t>
            </a:r>
            <a:r>
              <a:rPr lang="en-US" sz="2000" dirty="0" err="1"/>
              <a:t>dụng</a:t>
            </a:r>
            <a:r>
              <a:rPr lang="en-US" sz="2000" dirty="0"/>
              <a:t> </a:t>
            </a:r>
            <a:r>
              <a:rPr lang="en-US" sz="2000" dirty="0" err="1"/>
              <a:t>tác</a:t>
            </a:r>
            <a:r>
              <a:rPr lang="en-US" sz="2000" dirty="0"/>
              <a:t> </a:t>
            </a:r>
            <a:r>
              <a:rPr lang="en-US" sz="2000" dirty="0" err="1"/>
              <a:t>tử</a:t>
            </a:r>
            <a:r>
              <a:rPr lang="en-US" sz="2000" dirty="0"/>
              <a:t> + </a:t>
            </a:r>
            <a:r>
              <a:rPr lang="en-US" sz="2000" dirty="0" err="1"/>
              <a:t>hệ</a:t>
            </a:r>
            <a:r>
              <a:rPr lang="en-US" sz="2000" dirty="0"/>
              <a:t> </a:t>
            </a:r>
            <a:r>
              <a:rPr lang="en-US" sz="2000" dirty="0" err="1"/>
              <a:t>thống</a:t>
            </a:r>
            <a:r>
              <a:rPr lang="en-US" sz="2000" dirty="0"/>
              <a:t> </a:t>
            </a:r>
            <a:r>
              <a:rPr lang="en-US" sz="2000" dirty="0" err="1"/>
              <a:t>gợi</a:t>
            </a:r>
            <a:r>
              <a:rPr lang="en-US" sz="2000" dirty="0"/>
              <a:t> ý (</a:t>
            </a:r>
            <a:r>
              <a:rPr lang="en-US" sz="2000" i="1" dirty="0" err="1">
                <a:solidFill>
                  <a:srgbClr val="000000"/>
                </a:solidFill>
                <a:effectLst/>
                <a:latin typeface="Times New Roman" panose="02020603050405020304" pitchFamily="18" charset="0"/>
                <a:ea typeface="Arial" panose="020B0604020202020204" pitchFamily="34" charset="0"/>
              </a:rPr>
              <a:t>Juvina</a:t>
            </a:r>
            <a:r>
              <a:rPr lang="en-US" sz="2000" i="1" dirty="0">
                <a:solidFill>
                  <a:srgbClr val="000000"/>
                </a:solidFill>
                <a:effectLst/>
                <a:latin typeface="Times New Roman" panose="02020603050405020304" pitchFamily="18" charset="0"/>
                <a:ea typeface="Arial" panose="020B0604020202020204" pitchFamily="34" charset="0"/>
              </a:rPr>
              <a:t>, 2006</a:t>
            </a:r>
            <a:r>
              <a:rPr lang="en-US" sz="2000" dirty="0">
                <a:solidFill>
                  <a:srgbClr val="000000"/>
                </a:solidFill>
                <a:effectLst/>
                <a:latin typeface="Times New Roman" panose="02020603050405020304" pitchFamily="18" charset="0"/>
                <a:ea typeface="Arial" panose="020B0604020202020204" pitchFamily="34" charset="0"/>
              </a:rPr>
              <a:t>).</a:t>
            </a:r>
            <a:endParaRPr lang="en-US" sz="2000" dirty="0"/>
          </a:p>
        </p:txBody>
      </p:sp>
      <p:sp>
        <p:nvSpPr>
          <p:cNvPr id="4" name="Slide Number Placeholder 3">
            <a:extLst>
              <a:ext uri="{FF2B5EF4-FFF2-40B4-BE49-F238E27FC236}">
                <a16:creationId xmlns:a16="http://schemas.microsoft.com/office/drawing/2014/main" id="{8EF68190-4196-459B-8891-D0A31CE2710C}"/>
              </a:ext>
            </a:extLst>
          </p:cNvPr>
          <p:cNvSpPr>
            <a:spLocks noGrp="1"/>
          </p:cNvSpPr>
          <p:nvPr>
            <p:ph type="sldNum" sz="quarter" idx="11"/>
          </p:nvPr>
        </p:nvSpPr>
        <p:spPr/>
        <p:txBody>
          <a:bodyPr/>
          <a:lstStyle/>
          <a:p>
            <a:pPr>
              <a:defRPr/>
            </a:pPr>
            <a:fld id="{E9BFE15A-3346-4571-882B-EB624BC8BD4C}" type="slidenum">
              <a:rPr lang="en-US" smtClean="0"/>
              <a:pPr>
                <a:defRPr/>
              </a:pPr>
              <a:t>8</a:t>
            </a:fld>
            <a:endParaRPr lang="en-US" dirty="0"/>
          </a:p>
        </p:txBody>
      </p:sp>
    </p:spTree>
    <p:extLst>
      <p:ext uri="{BB962C8B-B14F-4D97-AF65-F5344CB8AC3E}">
        <p14:creationId xmlns:p14="http://schemas.microsoft.com/office/powerpoint/2010/main" val="1818832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0F275-4E7F-4462-8FA7-BB9CEA578EB3}"/>
              </a:ext>
            </a:extLst>
          </p:cNvPr>
          <p:cNvSpPr>
            <a:spLocks noGrp="1"/>
          </p:cNvSpPr>
          <p:nvPr>
            <p:ph type="title"/>
          </p:nvPr>
        </p:nvSpPr>
        <p:spPr/>
        <p:txBody>
          <a:bodyPr/>
          <a:lstStyle/>
          <a:p>
            <a:r>
              <a:rPr lang="en-US"/>
              <a:t>Ứng dụng di động</a:t>
            </a:r>
          </a:p>
        </p:txBody>
      </p:sp>
      <p:sp>
        <p:nvSpPr>
          <p:cNvPr id="3" name="Content Placeholder 2">
            <a:extLst>
              <a:ext uri="{FF2B5EF4-FFF2-40B4-BE49-F238E27FC236}">
                <a16:creationId xmlns:a16="http://schemas.microsoft.com/office/drawing/2014/main" id="{573957A7-098C-4EE0-8425-F89FD08B9DD1}"/>
              </a:ext>
            </a:extLst>
          </p:cNvPr>
          <p:cNvSpPr>
            <a:spLocks noGrp="1"/>
          </p:cNvSpPr>
          <p:nvPr>
            <p:ph idx="1"/>
          </p:nvPr>
        </p:nvSpPr>
        <p:spPr>
          <a:xfrm>
            <a:off x="457200" y="1228725"/>
            <a:ext cx="6303346" cy="5248275"/>
          </a:xfrm>
        </p:spPr>
        <p:txBody>
          <a:bodyPr>
            <a:normAutofit/>
          </a:bodyPr>
          <a:lstStyle/>
          <a:p>
            <a:pPr>
              <a:spcBef>
                <a:spcPts val="600"/>
              </a:spcBef>
              <a:spcAft>
                <a:spcPts val="600"/>
              </a:spcAft>
            </a:pPr>
            <a:r>
              <a:rPr lang="en-US" sz="2000" b="1" dirty="0">
                <a:solidFill>
                  <a:srgbClr val="000000"/>
                </a:solidFill>
                <a:latin typeface="+mj-lt"/>
                <a:ea typeface="Arial" panose="020B0604020202020204" pitchFamily="34" charset="0"/>
              </a:rPr>
              <a:t>KNFB Reader</a:t>
            </a:r>
            <a:r>
              <a:rPr lang="en-US" sz="2000" dirty="0">
                <a:solidFill>
                  <a:srgbClr val="000000"/>
                </a:solidFill>
                <a:latin typeface="+mj-lt"/>
                <a:ea typeface="Arial" panose="020B0604020202020204" pitchFamily="34" charset="0"/>
              </a:rPr>
              <a:t>: </a:t>
            </a:r>
            <a:r>
              <a:rPr lang="en-US" sz="2000" dirty="0" err="1">
                <a:solidFill>
                  <a:srgbClr val="000000"/>
                </a:solidFill>
                <a:latin typeface="+mj-lt"/>
                <a:ea typeface="Arial" panose="020B0604020202020204" pitchFamily="34" charset="0"/>
              </a:rPr>
              <a:t>Phát</a:t>
            </a:r>
            <a:r>
              <a:rPr lang="en-US" sz="2000" dirty="0">
                <a:solidFill>
                  <a:srgbClr val="000000"/>
                </a:solidFill>
                <a:latin typeface="+mj-lt"/>
                <a:ea typeface="Arial" panose="020B0604020202020204" pitchFamily="34" charset="0"/>
              </a:rPr>
              <a:t> </a:t>
            </a:r>
            <a:r>
              <a:rPr lang="en-US" sz="2000" dirty="0" err="1">
                <a:solidFill>
                  <a:srgbClr val="000000"/>
                </a:solidFill>
                <a:latin typeface="+mj-lt"/>
                <a:ea typeface="Arial" panose="020B0604020202020204" pitchFamily="34" charset="0"/>
              </a:rPr>
              <a:t>triển</a:t>
            </a:r>
            <a:r>
              <a:rPr lang="en-US" sz="2000" dirty="0">
                <a:solidFill>
                  <a:srgbClr val="000000"/>
                </a:solidFill>
                <a:latin typeface="+mj-lt"/>
                <a:ea typeface="Arial" panose="020B0604020202020204" pitchFamily="34" charset="0"/>
              </a:rPr>
              <a:t> </a:t>
            </a:r>
            <a:r>
              <a:rPr lang="en-US" sz="2000" dirty="0" err="1">
                <a:solidFill>
                  <a:srgbClr val="000000"/>
                </a:solidFill>
                <a:latin typeface="+mj-lt"/>
                <a:ea typeface="Arial" panose="020B0604020202020204" pitchFamily="34" charset="0"/>
              </a:rPr>
              <a:t>bởi</a:t>
            </a:r>
            <a:r>
              <a:rPr lang="en-US" sz="2000" dirty="0">
                <a:solidFill>
                  <a:srgbClr val="000000"/>
                </a:solidFill>
                <a:latin typeface="+mj-lt"/>
                <a:ea typeface="Arial" panose="020B0604020202020204" pitchFamily="34" charset="0"/>
              </a:rPr>
              <a:t> (</a:t>
            </a:r>
            <a:r>
              <a:rPr lang="en-US" sz="2000" b="1" dirty="0">
                <a:latin typeface="+mj-lt"/>
              </a:rPr>
              <a:t>N</a:t>
            </a:r>
            <a:r>
              <a:rPr lang="en-US" sz="2000" dirty="0">
                <a:latin typeface="+mj-lt"/>
              </a:rPr>
              <a:t>ational </a:t>
            </a:r>
            <a:r>
              <a:rPr lang="en-US" sz="2000" b="1" dirty="0">
                <a:latin typeface="+mj-lt"/>
              </a:rPr>
              <a:t>F</a:t>
            </a:r>
            <a:r>
              <a:rPr lang="en-US" sz="2000" dirty="0">
                <a:latin typeface="+mj-lt"/>
              </a:rPr>
              <a:t>ederation of the </a:t>
            </a:r>
            <a:r>
              <a:rPr lang="en-US" sz="2000" b="1" dirty="0">
                <a:latin typeface="+mj-lt"/>
              </a:rPr>
              <a:t>B</a:t>
            </a:r>
            <a:r>
              <a:rPr lang="en-US" sz="2000" dirty="0">
                <a:latin typeface="+mj-lt"/>
              </a:rPr>
              <a:t>lind and </a:t>
            </a:r>
            <a:r>
              <a:rPr lang="en-US" sz="2000" dirty="0" err="1">
                <a:latin typeface="+mj-lt"/>
              </a:rPr>
              <a:t>Sensotec</a:t>
            </a:r>
            <a:r>
              <a:rPr lang="en-US" sz="2000" dirty="0">
                <a:latin typeface="+mj-lt"/>
              </a:rPr>
              <a:t> NV</a:t>
            </a:r>
            <a:r>
              <a:rPr lang="en-US" sz="2000" dirty="0">
                <a:solidFill>
                  <a:srgbClr val="000000"/>
                </a:solidFill>
                <a:latin typeface="+mj-lt"/>
                <a:ea typeface="Arial" panose="020B0604020202020204" pitchFamily="34" charset="0"/>
              </a:rPr>
              <a:t>).</a:t>
            </a:r>
          </a:p>
          <a:p>
            <a:pPr>
              <a:spcBef>
                <a:spcPts val="600"/>
              </a:spcBef>
              <a:spcAft>
                <a:spcPts val="600"/>
              </a:spcAft>
            </a:pPr>
            <a:r>
              <a:rPr lang="en-US" sz="2000" dirty="0" err="1">
                <a:solidFill>
                  <a:srgbClr val="000000"/>
                </a:solidFill>
                <a:latin typeface="+mj-lt"/>
              </a:rPr>
              <a:t>Chức</a:t>
            </a:r>
            <a:r>
              <a:rPr lang="en-US" sz="2000" dirty="0">
                <a:solidFill>
                  <a:srgbClr val="000000"/>
                </a:solidFill>
                <a:latin typeface="+mj-lt"/>
              </a:rPr>
              <a:t> </a:t>
            </a:r>
            <a:r>
              <a:rPr lang="en-US" sz="2000" dirty="0" err="1">
                <a:solidFill>
                  <a:srgbClr val="000000"/>
                </a:solidFill>
                <a:latin typeface="+mj-lt"/>
              </a:rPr>
              <a:t>năng</a:t>
            </a:r>
            <a:r>
              <a:rPr lang="en-US" sz="2000" dirty="0">
                <a:solidFill>
                  <a:srgbClr val="000000"/>
                </a:solidFill>
                <a:latin typeface="+mj-lt"/>
              </a:rPr>
              <a:t>: </a:t>
            </a:r>
            <a:r>
              <a:rPr lang="en-US" sz="2000" b="1" dirty="0" err="1">
                <a:solidFill>
                  <a:srgbClr val="000000"/>
                </a:solidFill>
                <a:latin typeface="+mj-lt"/>
              </a:rPr>
              <a:t>Đọc</a:t>
            </a:r>
            <a:r>
              <a:rPr lang="en-US" sz="2000" dirty="0">
                <a:solidFill>
                  <a:srgbClr val="000000"/>
                </a:solidFill>
                <a:latin typeface="+mj-lt"/>
              </a:rPr>
              <a:t> </a:t>
            </a:r>
            <a:r>
              <a:rPr lang="en-US" sz="2000" dirty="0" err="1">
                <a:solidFill>
                  <a:srgbClr val="000000"/>
                </a:solidFill>
                <a:latin typeface="+mj-lt"/>
              </a:rPr>
              <a:t>các</a:t>
            </a:r>
            <a:r>
              <a:rPr lang="en-US" sz="2000" dirty="0">
                <a:solidFill>
                  <a:srgbClr val="000000"/>
                </a:solidFill>
                <a:latin typeface="+mj-lt"/>
              </a:rPr>
              <a:t> </a:t>
            </a:r>
            <a:r>
              <a:rPr lang="en-US" sz="2000" dirty="0" err="1">
                <a:solidFill>
                  <a:srgbClr val="000000"/>
                </a:solidFill>
                <a:latin typeface="+mj-lt"/>
              </a:rPr>
              <a:t>loại</a:t>
            </a:r>
            <a:r>
              <a:rPr lang="en-US" sz="2000" dirty="0">
                <a:solidFill>
                  <a:srgbClr val="000000"/>
                </a:solidFill>
                <a:latin typeface="+mj-lt"/>
              </a:rPr>
              <a:t> </a:t>
            </a:r>
            <a:r>
              <a:rPr lang="en-US" sz="2000" b="1" dirty="0" err="1">
                <a:solidFill>
                  <a:srgbClr val="000000"/>
                </a:solidFill>
                <a:latin typeface="+mj-lt"/>
              </a:rPr>
              <a:t>tài</a:t>
            </a:r>
            <a:r>
              <a:rPr lang="en-US" sz="2000" b="1" dirty="0">
                <a:solidFill>
                  <a:srgbClr val="000000"/>
                </a:solidFill>
                <a:latin typeface="+mj-lt"/>
              </a:rPr>
              <a:t> </a:t>
            </a:r>
            <a:r>
              <a:rPr lang="en-US" sz="2000" b="1" dirty="0" err="1">
                <a:solidFill>
                  <a:srgbClr val="000000"/>
                </a:solidFill>
                <a:latin typeface="+mj-lt"/>
              </a:rPr>
              <a:t>liệu</a:t>
            </a:r>
            <a:r>
              <a:rPr lang="en-US" sz="2000" b="1" dirty="0">
                <a:solidFill>
                  <a:srgbClr val="000000"/>
                </a:solidFill>
                <a:latin typeface="+mj-lt"/>
              </a:rPr>
              <a:t> </a:t>
            </a:r>
            <a:r>
              <a:rPr lang="en-US" sz="2000" dirty="0" err="1">
                <a:solidFill>
                  <a:srgbClr val="000000"/>
                </a:solidFill>
                <a:latin typeface="+mj-lt"/>
              </a:rPr>
              <a:t>cho</a:t>
            </a:r>
            <a:r>
              <a:rPr lang="en-US" sz="2000" dirty="0">
                <a:solidFill>
                  <a:srgbClr val="000000"/>
                </a:solidFill>
                <a:latin typeface="+mj-lt"/>
              </a:rPr>
              <a:t> </a:t>
            </a:r>
            <a:r>
              <a:rPr lang="en-US" sz="2000" dirty="0" err="1">
                <a:solidFill>
                  <a:srgbClr val="000000"/>
                </a:solidFill>
                <a:latin typeface="+mj-lt"/>
              </a:rPr>
              <a:t>hơn</a:t>
            </a:r>
            <a:r>
              <a:rPr lang="en-US" sz="2000" dirty="0">
                <a:solidFill>
                  <a:srgbClr val="000000"/>
                </a:solidFill>
                <a:latin typeface="+mj-lt"/>
              </a:rPr>
              <a:t> </a:t>
            </a:r>
            <a:r>
              <a:rPr lang="en-US" sz="2000" b="1" dirty="0">
                <a:solidFill>
                  <a:srgbClr val="000000"/>
                </a:solidFill>
                <a:latin typeface="+mj-lt"/>
              </a:rPr>
              <a:t>30 </a:t>
            </a:r>
            <a:r>
              <a:rPr lang="en-US" sz="2000" b="1" dirty="0" err="1">
                <a:solidFill>
                  <a:srgbClr val="000000"/>
                </a:solidFill>
                <a:latin typeface="+mj-lt"/>
              </a:rPr>
              <a:t>ngôn</a:t>
            </a:r>
            <a:r>
              <a:rPr lang="en-US" sz="2000" b="1" dirty="0">
                <a:solidFill>
                  <a:srgbClr val="000000"/>
                </a:solidFill>
                <a:latin typeface="+mj-lt"/>
              </a:rPr>
              <a:t> </a:t>
            </a:r>
            <a:r>
              <a:rPr lang="en-US" sz="2000" b="1" dirty="0" err="1">
                <a:solidFill>
                  <a:srgbClr val="000000"/>
                </a:solidFill>
                <a:latin typeface="+mj-lt"/>
              </a:rPr>
              <a:t>ngữ</a:t>
            </a:r>
            <a:endParaRPr lang="en-US" sz="2000" b="1" dirty="0">
              <a:solidFill>
                <a:srgbClr val="000000"/>
              </a:solidFill>
              <a:latin typeface="+mj-lt"/>
            </a:endParaRPr>
          </a:p>
          <a:p>
            <a:pPr lvl="1"/>
            <a:r>
              <a:rPr lang="vi-VN" sz="1800" dirty="0"/>
              <a:t>Biên lai</a:t>
            </a:r>
            <a:r>
              <a:rPr lang="en-US" sz="1800" dirty="0"/>
              <a:t>.</a:t>
            </a:r>
            <a:endParaRPr lang="vi-VN" sz="1800" dirty="0"/>
          </a:p>
          <a:p>
            <a:pPr lvl="1"/>
            <a:r>
              <a:rPr lang="en-US" sz="1800" dirty="0" err="1"/>
              <a:t>Nhãn</a:t>
            </a:r>
            <a:r>
              <a:rPr lang="en-US" sz="1800" dirty="0"/>
              <a:t> </a:t>
            </a:r>
            <a:r>
              <a:rPr lang="en-US" sz="1800" dirty="0" err="1"/>
              <a:t>trên</a:t>
            </a:r>
            <a:r>
              <a:rPr lang="en-US" sz="1800" dirty="0"/>
              <a:t> </a:t>
            </a:r>
            <a:r>
              <a:rPr lang="en-US" sz="1800" dirty="0" err="1"/>
              <a:t>các</a:t>
            </a:r>
            <a:r>
              <a:rPr lang="en-US" sz="1800" dirty="0"/>
              <a:t> </a:t>
            </a:r>
            <a:r>
              <a:rPr lang="en-US" sz="1800" dirty="0" err="1"/>
              <a:t>hộp</a:t>
            </a:r>
            <a:r>
              <a:rPr lang="vi-VN" sz="1800" dirty="0"/>
              <a:t> và thư</a:t>
            </a:r>
            <a:r>
              <a:rPr lang="en-US" sz="1800" dirty="0"/>
              <a:t>.</a:t>
            </a:r>
            <a:endParaRPr lang="vi-VN" sz="1800" dirty="0"/>
          </a:p>
          <a:p>
            <a:pPr lvl="1"/>
            <a:r>
              <a:rPr lang="vi-VN" sz="1800" dirty="0"/>
              <a:t>Thông tin sản phẩm và dinh dưỡng</a:t>
            </a:r>
            <a:r>
              <a:rPr lang="en-US" sz="1800" dirty="0"/>
              <a:t>.</a:t>
            </a:r>
            <a:endParaRPr lang="vi-VN" sz="1800" dirty="0"/>
          </a:p>
          <a:p>
            <a:pPr lvl="1"/>
            <a:r>
              <a:rPr lang="en-US" sz="1800" dirty="0" err="1"/>
              <a:t>Ảnh</a:t>
            </a:r>
            <a:r>
              <a:rPr lang="en-US" sz="1800" dirty="0"/>
              <a:t> </a:t>
            </a:r>
            <a:r>
              <a:rPr lang="en-US" sz="1800" dirty="0" err="1"/>
              <a:t>chụp</a:t>
            </a:r>
            <a:r>
              <a:rPr lang="en-US" sz="1800" dirty="0"/>
              <a:t> </a:t>
            </a:r>
            <a:r>
              <a:rPr lang="en-US" sz="1800" dirty="0" err="1"/>
              <a:t>từ</a:t>
            </a:r>
            <a:r>
              <a:rPr lang="en-US" sz="1800" dirty="0"/>
              <a:t> camera </a:t>
            </a:r>
            <a:r>
              <a:rPr lang="en-US" sz="1800" dirty="0" err="1"/>
              <a:t>điện</a:t>
            </a:r>
            <a:r>
              <a:rPr lang="en-US" sz="1800" dirty="0"/>
              <a:t> </a:t>
            </a:r>
            <a:r>
              <a:rPr lang="en-US" sz="1800" dirty="0" err="1"/>
              <a:t>thoại</a:t>
            </a:r>
            <a:r>
              <a:rPr lang="en-US" sz="1800" dirty="0"/>
              <a:t>.</a:t>
            </a:r>
            <a:endParaRPr lang="vi-VN" sz="1800" dirty="0"/>
          </a:p>
          <a:p>
            <a:pPr lvl="1"/>
            <a:r>
              <a:rPr lang="vi-VN" sz="1800" dirty="0"/>
              <a:t>Các tài liệu dài</a:t>
            </a:r>
            <a:r>
              <a:rPr lang="en-US" sz="1800" dirty="0"/>
              <a:t>: </a:t>
            </a:r>
            <a:r>
              <a:rPr lang="vi-VN" sz="1800" i="1" dirty="0"/>
              <a:t>sách và hướng dẫn sử dụng</a:t>
            </a:r>
            <a:r>
              <a:rPr lang="en-US" sz="1800" i="1" dirty="0"/>
              <a:t>.</a:t>
            </a:r>
            <a:endParaRPr lang="vi-VN" sz="1800" i="1" dirty="0"/>
          </a:p>
          <a:p>
            <a:pPr lvl="1"/>
            <a:r>
              <a:rPr lang="vi-VN" sz="1800" dirty="0"/>
              <a:t>Các tài liệu cá nhân</a:t>
            </a:r>
            <a:r>
              <a:rPr lang="en-US" sz="1800" dirty="0"/>
              <a:t>: </a:t>
            </a:r>
            <a:r>
              <a:rPr lang="vi-VN" sz="1800" i="1" dirty="0"/>
              <a:t>tài liệu thuế, tài liệu thế chấp, hóa đơn và báo cáo y tế</a:t>
            </a:r>
            <a:r>
              <a:rPr lang="en-US" sz="1800" i="1" dirty="0"/>
              <a:t>.</a:t>
            </a:r>
            <a:endParaRPr lang="vi-VN" sz="1800" i="1" dirty="0"/>
          </a:p>
          <a:p>
            <a:pPr lvl="1"/>
            <a:r>
              <a:rPr lang="vi-VN" sz="1800" dirty="0"/>
              <a:t>Sách</a:t>
            </a:r>
            <a:r>
              <a:rPr lang="en-US" sz="1800" dirty="0"/>
              <a:t>/</a:t>
            </a:r>
            <a:r>
              <a:rPr lang="en-US" sz="1800" dirty="0" err="1"/>
              <a:t>tài</a:t>
            </a:r>
            <a:r>
              <a:rPr lang="en-US" sz="1800" dirty="0"/>
              <a:t> </a:t>
            </a:r>
            <a:r>
              <a:rPr lang="en-US" sz="1800" dirty="0" err="1"/>
              <a:t>liệu</a:t>
            </a:r>
            <a:r>
              <a:rPr lang="vi-VN" sz="1800" dirty="0"/>
              <a:t> điện tử</a:t>
            </a:r>
            <a:r>
              <a:rPr lang="en-US" sz="1800" dirty="0"/>
              <a:t> </a:t>
            </a:r>
            <a:r>
              <a:rPr lang="vi-VN" sz="1800" dirty="0"/>
              <a:t>ở định dạng ePub</a:t>
            </a:r>
            <a:r>
              <a:rPr lang="en-US" sz="1800" dirty="0"/>
              <a:t>.</a:t>
            </a:r>
            <a:endParaRPr lang="vi-VN" sz="1800" dirty="0"/>
          </a:p>
        </p:txBody>
      </p:sp>
      <p:sp>
        <p:nvSpPr>
          <p:cNvPr id="4" name="Slide Number Placeholder 3">
            <a:extLst>
              <a:ext uri="{FF2B5EF4-FFF2-40B4-BE49-F238E27FC236}">
                <a16:creationId xmlns:a16="http://schemas.microsoft.com/office/drawing/2014/main" id="{97C16AE7-C197-44AA-BE21-48484DAE9B0B}"/>
              </a:ext>
            </a:extLst>
          </p:cNvPr>
          <p:cNvSpPr>
            <a:spLocks noGrp="1"/>
          </p:cNvSpPr>
          <p:nvPr>
            <p:ph type="sldNum" sz="quarter" idx="12"/>
          </p:nvPr>
        </p:nvSpPr>
        <p:spPr>
          <a:xfrm>
            <a:off x="8364310" y="4789205"/>
            <a:ext cx="600076"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200" b="1" i="0" u="none" strike="noStrike" cap="none">
                <a:solidFill>
                  <a:srgbClr val="FF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fld id="{AF0AC965-8C7E-4868-972E-912958CCF619}" type="slidenum">
              <a:rPr lang="en-US" smtClean="0"/>
              <a:pPr defTabSz="685800"/>
              <a:t>9</a:t>
            </a:fld>
            <a:endParaRPr lang="en-US" kern="1200" dirty="0">
              <a:latin typeface="Calibri"/>
              <a:ea typeface="+mn-ea"/>
              <a:cs typeface="+mn-cs"/>
            </a:endParaRPr>
          </a:p>
        </p:txBody>
      </p:sp>
      <p:pic>
        <p:nvPicPr>
          <p:cNvPr id="6" name="Picture 5">
            <a:extLst>
              <a:ext uri="{FF2B5EF4-FFF2-40B4-BE49-F238E27FC236}">
                <a16:creationId xmlns:a16="http://schemas.microsoft.com/office/drawing/2014/main" id="{D2E88711-0338-4BCF-AAF8-D8A1437C7F0F}"/>
              </a:ext>
            </a:extLst>
          </p:cNvPr>
          <p:cNvPicPr>
            <a:picLocks noChangeAspect="1"/>
          </p:cNvPicPr>
          <p:nvPr/>
        </p:nvPicPr>
        <p:blipFill rotWithShape="1">
          <a:blip r:embed="rId2">
            <a:extLst>
              <a:ext uri="{28A0092B-C50C-407E-A947-70E740481C1C}">
                <a14:useLocalDpi xmlns:a14="http://schemas.microsoft.com/office/drawing/2010/main" val="0"/>
              </a:ext>
            </a:extLst>
          </a:blip>
          <a:srcRect t="4138" r="53709"/>
          <a:stretch/>
        </p:blipFill>
        <p:spPr>
          <a:xfrm>
            <a:off x="7321133" y="2345072"/>
            <a:ext cx="1579529" cy="3199728"/>
          </a:xfrm>
          <a:prstGeom prst="rect">
            <a:avLst/>
          </a:prstGeom>
        </p:spPr>
      </p:pic>
      <p:pic>
        <p:nvPicPr>
          <p:cNvPr id="8" name="Picture 7">
            <a:extLst>
              <a:ext uri="{FF2B5EF4-FFF2-40B4-BE49-F238E27FC236}">
                <a16:creationId xmlns:a16="http://schemas.microsoft.com/office/drawing/2014/main" id="{285FCC11-D29E-4C1F-A6C9-AA5CD4165426}"/>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8604" t="9618" r="7586" b="8096"/>
          <a:stretch/>
        </p:blipFill>
        <p:spPr>
          <a:xfrm>
            <a:off x="7273974" y="2018426"/>
            <a:ext cx="665390" cy="653291"/>
          </a:xfrm>
          <a:prstGeom prst="rect">
            <a:avLst/>
          </a:prstGeom>
        </p:spPr>
      </p:pic>
      <p:sp>
        <p:nvSpPr>
          <p:cNvPr id="7" name="Content Placeholder 2">
            <a:extLst>
              <a:ext uri="{FF2B5EF4-FFF2-40B4-BE49-F238E27FC236}">
                <a16:creationId xmlns:a16="http://schemas.microsoft.com/office/drawing/2014/main" id="{47B570CC-0FF6-44C4-8956-4212EF18B235}"/>
              </a:ext>
            </a:extLst>
          </p:cNvPr>
          <p:cNvSpPr txBox="1">
            <a:spLocks/>
          </p:cNvSpPr>
          <p:nvPr/>
        </p:nvSpPr>
        <p:spPr>
          <a:xfrm>
            <a:off x="6195414" y="5544800"/>
            <a:ext cx="2764173" cy="1014963"/>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2: Giao </a:t>
            </a:r>
            <a:r>
              <a:rPr lang="en-US" sz="1500" i="1" dirty="0" err="1">
                <a:latin typeface="+mj-lt"/>
                <a:ea typeface="Arial" panose="020B0604020202020204" pitchFamily="34" charset="0"/>
              </a:rPr>
              <a:t>diện</a:t>
            </a:r>
            <a:r>
              <a:rPr lang="en-US" sz="1500" i="1" dirty="0">
                <a:latin typeface="+mj-lt"/>
                <a:ea typeface="Arial" panose="020B0604020202020204" pitchFamily="34" charset="0"/>
              </a:rPr>
              <a:t> </a:t>
            </a:r>
            <a:r>
              <a:rPr lang="en-US" sz="1500" i="1" dirty="0" err="1">
                <a:latin typeface="+mj-lt"/>
                <a:ea typeface="Arial" panose="020B0604020202020204" pitchFamily="34" charset="0"/>
              </a:rPr>
              <a:t>đọc</a:t>
            </a:r>
            <a:r>
              <a:rPr lang="en-US" sz="1500" i="1" dirty="0">
                <a:latin typeface="+mj-lt"/>
                <a:ea typeface="Arial" panose="020B0604020202020204" pitchFamily="34" charset="0"/>
              </a:rPr>
              <a:t> tin </a:t>
            </a:r>
            <a:r>
              <a:rPr lang="en-US" sz="1500" i="1" dirty="0" err="1">
                <a:latin typeface="+mj-lt"/>
                <a:ea typeface="Arial" panose="020B0604020202020204" pitchFamily="34" charset="0"/>
              </a:rPr>
              <a:t>của</a:t>
            </a:r>
            <a:r>
              <a:rPr lang="en-US" sz="1500" i="1" dirty="0">
                <a:latin typeface="+mj-lt"/>
                <a:ea typeface="Arial" panose="020B0604020202020204" pitchFamily="34" charset="0"/>
              </a:rPr>
              <a:t> </a:t>
            </a:r>
            <a:r>
              <a:rPr lang="en-US" sz="1500" i="1" dirty="0" err="1">
                <a:latin typeface="+mj-lt"/>
                <a:ea typeface="Arial" panose="020B0604020202020204" pitchFamily="34" charset="0"/>
              </a:rPr>
              <a:t>ứng</a:t>
            </a:r>
            <a:r>
              <a:rPr lang="en-US" sz="1500" i="1" dirty="0">
                <a:latin typeface="+mj-lt"/>
                <a:ea typeface="Arial" panose="020B0604020202020204" pitchFamily="34" charset="0"/>
              </a:rPr>
              <a:t> </a:t>
            </a:r>
            <a:r>
              <a:rPr lang="en-US" sz="1500" i="1" dirty="0" err="1">
                <a:latin typeface="+mj-lt"/>
                <a:ea typeface="Arial" panose="020B0604020202020204" pitchFamily="34" charset="0"/>
              </a:rPr>
              <a:t>dụng</a:t>
            </a:r>
            <a:r>
              <a:rPr lang="en-US" sz="1500" i="1" dirty="0">
                <a:latin typeface="+mj-lt"/>
                <a:ea typeface="Arial" panose="020B0604020202020204" pitchFamily="34" charset="0"/>
              </a:rPr>
              <a:t> KNFB Reader</a:t>
            </a:r>
            <a:endParaRPr lang="en-US" i="1" dirty="0">
              <a:latin typeface="+mj-lt"/>
            </a:endParaRPr>
          </a:p>
        </p:txBody>
      </p:sp>
    </p:spTree>
    <p:extLst>
      <p:ext uri="{BB962C8B-B14F-4D97-AF65-F5344CB8AC3E}">
        <p14:creationId xmlns:p14="http://schemas.microsoft.com/office/powerpoint/2010/main" val="29888113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540B9-698E-461C-BE0E-A89341F5EEF6}"/>
              </a:ext>
            </a:extLst>
          </p:cNvPr>
          <p:cNvSpPr>
            <a:spLocks noGrp="1"/>
          </p:cNvSpPr>
          <p:nvPr>
            <p:ph type="title"/>
          </p:nvPr>
        </p:nvSpPr>
        <p:spPr/>
        <p:txBody>
          <a:bodyPr/>
          <a:lstStyle/>
          <a:p>
            <a:r>
              <a:rPr lang="en-US"/>
              <a:t>Ứng dụng di động</a:t>
            </a:r>
          </a:p>
        </p:txBody>
      </p:sp>
      <p:sp>
        <p:nvSpPr>
          <p:cNvPr id="3" name="Content Placeholder 2">
            <a:extLst>
              <a:ext uri="{FF2B5EF4-FFF2-40B4-BE49-F238E27FC236}">
                <a16:creationId xmlns:a16="http://schemas.microsoft.com/office/drawing/2014/main" id="{B36EA588-2F9B-4769-BB70-51D061C9D20F}"/>
              </a:ext>
            </a:extLst>
          </p:cNvPr>
          <p:cNvSpPr>
            <a:spLocks noGrp="1"/>
          </p:cNvSpPr>
          <p:nvPr>
            <p:ph idx="1"/>
          </p:nvPr>
        </p:nvSpPr>
        <p:spPr>
          <a:xfrm>
            <a:off x="457200" y="1228725"/>
            <a:ext cx="6725533" cy="5248275"/>
          </a:xfrm>
        </p:spPr>
        <p:txBody>
          <a:bodyPr/>
          <a:lstStyle/>
          <a:p>
            <a:r>
              <a:rPr lang="en-US" sz="2000" b="1" dirty="0"/>
              <a:t>Sullivan+ </a:t>
            </a:r>
            <a:r>
              <a:rPr lang="en-US" sz="2000" dirty="0"/>
              <a:t>(TUAT Corp., Ltd.).</a:t>
            </a:r>
          </a:p>
          <a:p>
            <a:r>
              <a:rPr lang="en-US" sz="2000" dirty="0" err="1"/>
              <a:t>Chức</a:t>
            </a:r>
            <a:r>
              <a:rPr lang="en-US" sz="2000" dirty="0"/>
              <a:t> </a:t>
            </a:r>
            <a:r>
              <a:rPr lang="en-US" sz="2000" dirty="0" err="1"/>
              <a:t>năng</a:t>
            </a:r>
            <a:endParaRPr lang="en-US" sz="2000" dirty="0"/>
          </a:p>
          <a:p>
            <a:pPr lvl="1"/>
            <a:r>
              <a:rPr lang="en-US" sz="2000" dirty="0" err="1"/>
              <a:t>Đọc</a:t>
            </a:r>
            <a:r>
              <a:rPr lang="en-US" sz="2000" dirty="0"/>
              <a:t> </a:t>
            </a:r>
            <a:r>
              <a:rPr lang="en-US" sz="2000" dirty="0" err="1"/>
              <a:t>bản</a:t>
            </a:r>
            <a:r>
              <a:rPr lang="en-US" sz="2000" dirty="0"/>
              <a:t> in </a:t>
            </a:r>
            <a:r>
              <a:rPr lang="en-US" sz="2000" dirty="0" err="1"/>
              <a:t>tài</a:t>
            </a:r>
            <a:r>
              <a:rPr lang="en-US" sz="2000" dirty="0"/>
              <a:t> </a:t>
            </a:r>
            <a:r>
              <a:rPr lang="en-US" sz="2000" dirty="0" err="1"/>
              <a:t>liệu</a:t>
            </a:r>
            <a:r>
              <a:rPr lang="en-US" sz="2000" dirty="0"/>
              <a:t>.</a:t>
            </a:r>
          </a:p>
          <a:p>
            <a:pPr lvl="1"/>
            <a:r>
              <a:rPr lang="en-US" sz="2000" dirty="0" err="1"/>
              <a:t>Nhận</a:t>
            </a:r>
            <a:r>
              <a:rPr lang="en-US" sz="2000" dirty="0"/>
              <a:t> </a:t>
            </a:r>
            <a:r>
              <a:rPr lang="en-US" sz="2000" dirty="0" err="1"/>
              <a:t>diện</a:t>
            </a:r>
            <a:r>
              <a:rPr lang="en-US" sz="2000" dirty="0"/>
              <a:t> </a:t>
            </a:r>
            <a:r>
              <a:rPr lang="en-US" sz="2000" dirty="0" err="1"/>
              <a:t>khuôn</a:t>
            </a:r>
            <a:r>
              <a:rPr lang="en-US" sz="2000" dirty="0"/>
              <a:t> </a:t>
            </a:r>
            <a:r>
              <a:rPr lang="en-US" sz="2000" dirty="0" err="1"/>
              <a:t>mặt</a:t>
            </a:r>
            <a:r>
              <a:rPr lang="en-US" sz="2000" dirty="0"/>
              <a:t>: </a:t>
            </a:r>
            <a:r>
              <a:rPr lang="en-US" sz="2000" dirty="0" err="1"/>
              <a:t>Lưu</a:t>
            </a:r>
            <a:r>
              <a:rPr lang="en-US" sz="2000" dirty="0"/>
              <a:t> </a:t>
            </a:r>
            <a:r>
              <a:rPr lang="en-US" sz="2000" dirty="0" err="1"/>
              <a:t>trữ</a:t>
            </a:r>
            <a:r>
              <a:rPr lang="en-US" sz="2000" dirty="0"/>
              <a:t> </a:t>
            </a:r>
            <a:r>
              <a:rPr lang="en-US" sz="2000" dirty="0" err="1"/>
              <a:t>và</a:t>
            </a:r>
            <a:r>
              <a:rPr lang="en-US" sz="2000" dirty="0"/>
              <a:t> </a:t>
            </a:r>
            <a:r>
              <a:rPr lang="en-US" sz="2000" dirty="0" err="1"/>
              <a:t>nhận</a:t>
            </a:r>
            <a:r>
              <a:rPr lang="en-US" sz="2000" dirty="0"/>
              <a:t> </a:t>
            </a:r>
            <a:r>
              <a:rPr lang="en-US" sz="2000" dirty="0" err="1"/>
              <a:t>diện</a:t>
            </a:r>
            <a:r>
              <a:rPr lang="en-US" sz="2000" dirty="0"/>
              <a:t> </a:t>
            </a:r>
            <a:r>
              <a:rPr lang="en-US" sz="2000" dirty="0" err="1"/>
              <a:t>khuôn</a:t>
            </a:r>
            <a:r>
              <a:rPr lang="en-US" sz="2000" dirty="0"/>
              <a:t> </a:t>
            </a:r>
            <a:r>
              <a:rPr lang="en-US" sz="2000" dirty="0" err="1"/>
              <a:t>mặt</a:t>
            </a:r>
            <a:r>
              <a:rPr lang="en-US" sz="2000" dirty="0"/>
              <a:t> </a:t>
            </a:r>
            <a:r>
              <a:rPr lang="en-US" sz="2000" dirty="0" err="1"/>
              <a:t>người</a:t>
            </a:r>
            <a:r>
              <a:rPr lang="en-US" sz="2000" dirty="0"/>
              <a:t> </a:t>
            </a:r>
            <a:r>
              <a:rPr lang="en-US" sz="2000" dirty="0" err="1"/>
              <a:t>thân</a:t>
            </a:r>
            <a:r>
              <a:rPr lang="en-US" sz="2000" dirty="0"/>
              <a:t>.</a:t>
            </a:r>
          </a:p>
          <a:p>
            <a:pPr lvl="1"/>
            <a:r>
              <a:rPr lang="en-US" sz="2000" dirty="0" err="1">
                <a:solidFill>
                  <a:srgbClr val="0000CC"/>
                </a:solidFill>
              </a:rPr>
              <a:t>Mô</a:t>
            </a:r>
            <a:r>
              <a:rPr lang="en-US" sz="2000" dirty="0">
                <a:solidFill>
                  <a:srgbClr val="0000CC"/>
                </a:solidFill>
              </a:rPr>
              <a:t> </a:t>
            </a:r>
            <a:r>
              <a:rPr lang="en-US" sz="2000" dirty="0" err="1">
                <a:solidFill>
                  <a:srgbClr val="0000CC"/>
                </a:solidFill>
              </a:rPr>
              <a:t>tả</a:t>
            </a:r>
            <a:r>
              <a:rPr lang="en-US" sz="2000" dirty="0">
                <a:solidFill>
                  <a:srgbClr val="0000CC"/>
                </a:solidFill>
              </a:rPr>
              <a:t> </a:t>
            </a:r>
            <a:r>
              <a:rPr lang="en-US" sz="2000" dirty="0" err="1">
                <a:solidFill>
                  <a:srgbClr val="0000CC"/>
                </a:solidFill>
              </a:rPr>
              <a:t>hình</a:t>
            </a:r>
            <a:r>
              <a:rPr lang="en-US" sz="2000" dirty="0">
                <a:solidFill>
                  <a:srgbClr val="0000CC"/>
                </a:solidFill>
              </a:rPr>
              <a:t> </a:t>
            </a:r>
            <a:r>
              <a:rPr lang="en-US" sz="2000" dirty="0" err="1">
                <a:solidFill>
                  <a:srgbClr val="0000CC"/>
                </a:solidFill>
              </a:rPr>
              <a:t>ảnh</a:t>
            </a:r>
            <a:r>
              <a:rPr lang="en-US" sz="2000" dirty="0">
                <a:solidFill>
                  <a:srgbClr val="0000CC"/>
                </a:solidFill>
              </a:rPr>
              <a:t> </a:t>
            </a:r>
            <a:r>
              <a:rPr lang="en-US" sz="2000" i="1" dirty="0"/>
              <a:t>(</a:t>
            </a:r>
            <a:r>
              <a:rPr lang="en-US" sz="2000" i="1" dirty="0" err="1"/>
              <a:t>sinh</a:t>
            </a:r>
            <a:r>
              <a:rPr lang="en-US" sz="2000" i="1" dirty="0"/>
              <a:t> </a:t>
            </a:r>
            <a:r>
              <a:rPr lang="en-US" sz="2000" i="1" dirty="0" err="1"/>
              <a:t>văn</a:t>
            </a:r>
            <a:r>
              <a:rPr lang="en-US" sz="2000" i="1" dirty="0"/>
              <a:t> </a:t>
            </a:r>
            <a:r>
              <a:rPr lang="en-US" sz="2000" i="1" dirty="0" err="1"/>
              <a:t>bản</a:t>
            </a:r>
            <a:r>
              <a:rPr lang="en-US" sz="2000" i="1" dirty="0"/>
              <a:t> </a:t>
            </a:r>
            <a:r>
              <a:rPr lang="en-US" sz="2000" i="1" dirty="0" err="1"/>
              <a:t>mô</a:t>
            </a:r>
            <a:r>
              <a:rPr lang="en-US" sz="2000" i="1" dirty="0"/>
              <a:t> </a:t>
            </a:r>
            <a:r>
              <a:rPr lang="en-US" sz="2000" i="1" dirty="0" err="1"/>
              <a:t>tả</a:t>
            </a:r>
            <a:r>
              <a:rPr lang="en-US" sz="2000" i="1" dirty="0"/>
              <a:t> </a:t>
            </a:r>
            <a:r>
              <a:rPr lang="en-US" sz="2000" i="1" dirty="0" err="1"/>
              <a:t>cho</a:t>
            </a:r>
            <a:r>
              <a:rPr lang="en-US" sz="2000" i="1" dirty="0"/>
              <a:t> </a:t>
            </a:r>
            <a:r>
              <a:rPr lang="en-US" sz="2000" i="1" dirty="0" err="1"/>
              <a:t>hình</a:t>
            </a:r>
            <a:r>
              <a:rPr lang="en-US" sz="2000" i="1" dirty="0"/>
              <a:t> </a:t>
            </a:r>
            <a:r>
              <a:rPr lang="en-US" sz="2000" i="1" dirty="0" err="1"/>
              <a:t>ảnh</a:t>
            </a:r>
            <a:r>
              <a:rPr lang="en-US" sz="2000" i="1" dirty="0"/>
              <a:t>)</a:t>
            </a:r>
          </a:p>
          <a:p>
            <a:pPr lvl="1"/>
            <a:r>
              <a:rPr lang="en-US" sz="2000" dirty="0" err="1"/>
              <a:t>Nhận</a:t>
            </a:r>
            <a:r>
              <a:rPr lang="en-US" sz="2000" dirty="0"/>
              <a:t> </a:t>
            </a:r>
            <a:r>
              <a:rPr lang="en-US" sz="2000" dirty="0" err="1"/>
              <a:t>dạng</a:t>
            </a:r>
            <a:r>
              <a:rPr lang="en-US" sz="2000" dirty="0"/>
              <a:t> </a:t>
            </a:r>
            <a:r>
              <a:rPr lang="en-US" sz="2000" dirty="0" err="1"/>
              <a:t>màu</a:t>
            </a:r>
            <a:r>
              <a:rPr lang="en-US" sz="2000" dirty="0"/>
              <a:t> </a:t>
            </a:r>
            <a:r>
              <a:rPr lang="en-US" sz="2000" dirty="0" err="1"/>
              <a:t>sắc</a:t>
            </a:r>
            <a:r>
              <a:rPr lang="en-US" sz="2000" dirty="0"/>
              <a:t>.</a:t>
            </a:r>
          </a:p>
          <a:p>
            <a:r>
              <a:rPr lang="en-US" sz="2000" dirty="0"/>
              <a:t>Thu </a:t>
            </a:r>
            <a:r>
              <a:rPr lang="en-US" sz="2000" dirty="0" err="1"/>
              <a:t>phí</a:t>
            </a:r>
            <a:r>
              <a:rPr lang="en-US" sz="2000" dirty="0"/>
              <a:t> </a:t>
            </a:r>
            <a:r>
              <a:rPr lang="en-US" sz="2000" dirty="0" err="1"/>
              <a:t>người</a:t>
            </a:r>
            <a:r>
              <a:rPr lang="en-US" sz="2000" dirty="0"/>
              <a:t> </a:t>
            </a:r>
            <a:r>
              <a:rPr lang="en-US" sz="2000" dirty="0" err="1"/>
              <a:t>dùng</a:t>
            </a:r>
            <a:endParaRPr lang="en-US" sz="2000" dirty="0"/>
          </a:p>
        </p:txBody>
      </p:sp>
      <p:pic>
        <p:nvPicPr>
          <p:cNvPr id="9" name="Picture 8">
            <a:extLst>
              <a:ext uri="{FF2B5EF4-FFF2-40B4-BE49-F238E27FC236}">
                <a16:creationId xmlns:a16="http://schemas.microsoft.com/office/drawing/2014/main" id="{7A0769A9-FE6D-42C3-9768-EEB7084829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8017" y="1539859"/>
            <a:ext cx="1450418" cy="3137738"/>
          </a:xfrm>
          <a:prstGeom prst="rect">
            <a:avLst/>
          </a:prstGeom>
        </p:spPr>
      </p:pic>
      <p:pic>
        <p:nvPicPr>
          <p:cNvPr id="7" name="Picture 6">
            <a:extLst>
              <a:ext uri="{FF2B5EF4-FFF2-40B4-BE49-F238E27FC236}">
                <a16:creationId xmlns:a16="http://schemas.microsoft.com/office/drawing/2014/main" id="{4A50FFA4-D903-4A85-BCAE-A27F73BCB7D0}"/>
              </a:ext>
            </a:extLst>
          </p:cNvPr>
          <p:cNvPicPr>
            <a:picLocks noChangeAspect="1"/>
          </p:cNvPicPr>
          <p:nvPr/>
        </p:nvPicPr>
        <p:blipFill>
          <a:blip r:embed="rId3"/>
          <a:stretch>
            <a:fillRect/>
          </a:stretch>
        </p:blipFill>
        <p:spPr>
          <a:xfrm>
            <a:off x="6894740" y="1632582"/>
            <a:ext cx="591215" cy="596268"/>
          </a:xfrm>
          <a:prstGeom prst="rect">
            <a:avLst/>
          </a:prstGeom>
        </p:spPr>
      </p:pic>
      <p:pic>
        <p:nvPicPr>
          <p:cNvPr id="11" name="Picture 10">
            <a:extLst>
              <a:ext uri="{FF2B5EF4-FFF2-40B4-BE49-F238E27FC236}">
                <a16:creationId xmlns:a16="http://schemas.microsoft.com/office/drawing/2014/main" id="{5BC2993F-702F-4297-B8D9-4CE645568A94}"/>
              </a:ext>
            </a:extLst>
          </p:cNvPr>
          <p:cNvPicPr>
            <a:picLocks noChangeAspect="1"/>
          </p:cNvPicPr>
          <p:nvPr/>
        </p:nvPicPr>
        <p:blipFill rotWithShape="1">
          <a:blip r:embed="rId4"/>
          <a:srcRect t="4556"/>
          <a:stretch/>
        </p:blipFill>
        <p:spPr>
          <a:xfrm>
            <a:off x="1961267" y="4416904"/>
            <a:ext cx="3265504" cy="1795595"/>
          </a:xfrm>
          <a:prstGeom prst="rect">
            <a:avLst/>
          </a:prstGeom>
        </p:spPr>
      </p:pic>
      <p:sp>
        <p:nvSpPr>
          <p:cNvPr id="13" name="TextBox 12">
            <a:extLst>
              <a:ext uri="{FF2B5EF4-FFF2-40B4-BE49-F238E27FC236}">
                <a16:creationId xmlns:a16="http://schemas.microsoft.com/office/drawing/2014/main" id="{3F4B4FF8-8AD9-4CD6-BD52-B9603767D561}"/>
              </a:ext>
            </a:extLst>
          </p:cNvPr>
          <p:cNvSpPr txBox="1"/>
          <p:nvPr/>
        </p:nvSpPr>
        <p:spPr>
          <a:xfrm>
            <a:off x="1488552" y="6231523"/>
            <a:ext cx="4210933" cy="338554"/>
          </a:xfrm>
          <a:prstGeom prst="rect">
            <a:avLst/>
          </a:prstGeom>
          <a:noFill/>
        </p:spPr>
        <p:txBody>
          <a:bodyPr wrap="square">
            <a:spAutoFit/>
          </a:bodyPr>
          <a:lstStyle/>
          <a:p>
            <a:pPr defTabSz="685800"/>
            <a:r>
              <a:rPr lang="en-US" sz="1600" i="1" dirty="0" err="1">
                <a:solidFill>
                  <a:prstClr val="black"/>
                </a:solidFill>
                <a:latin typeface="+mj-lt"/>
              </a:rPr>
              <a:t>Hình</a:t>
            </a:r>
            <a:r>
              <a:rPr lang="en-US" sz="1600" i="1" dirty="0">
                <a:solidFill>
                  <a:prstClr val="black"/>
                </a:solidFill>
                <a:latin typeface="+mj-lt"/>
              </a:rPr>
              <a:t> 4: </a:t>
            </a:r>
            <a:r>
              <a:rPr lang="en-US" sz="1600" i="1" dirty="0" err="1">
                <a:solidFill>
                  <a:prstClr val="black"/>
                </a:solidFill>
                <a:latin typeface="+mj-lt"/>
              </a:rPr>
              <a:t>Ví</a:t>
            </a:r>
            <a:r>
              <a:rPr lang="en-US" sz="1600" i="1" dirty="0">
                <a:solidFill>
                  <a:prstClr val="black"/>
                </a:solidFill>
                <a:latin typeface="+mj-lt"/>
              </a:rPr>
              <a:t> </a:t>
            </a:r>
            <a:r>
              <a:rPr lang="en-US" sz="1600" i="1" dirty="0" err="1">
                <a:solidFill>
                  <a:prstClr val="black"/>
                </a:solidFill>
                <a:latin typeface="+mj-lt"/>
              </a:rPr>
              <a:t>dụ</a:t>
            </a:r>
            <a:r>
              <a:rPr lang="en-US" sz="1600" i="1" dirty="0">
                <a:solidFill>
                  <a:prstClr val="black"/>
                </a:solidFill>
                <a:latin typeface="+mj-lt"/>
              </a:rPr>
              <a:t> </a:t>
            </a:r>
            <a:r>
              <a:rPr lang="en-US" sz="1600" i="1" dirty="0" err="1">
                <a:solidFill>
                  <a:prstClr val="black"/>
                </a:solidFill>
                <a:latin typeface="+mj-lt"/>
              </a:rPr>
              <a:t>về</a:t>
            </a:r>
            <a:r>
              <a:rPr lang="en-US" sz="1600" i="1" dirty="0">
                <a:solidFill>
                  <a:prstClr val="black"/>
                </a:solidFill>
                <a:latin typeface="+mj-lt"/>
              </a:rPr>
              <a:t> </a:t>
            </a:r>
            <a:r>
              <a:rPr lang="en-US" sz="1600" i="1" dirty="0" err="1">
                <a:solidFill>
                  <a:prstClr val="black"/>
                </a:solidFill>
                <a:latin typeface="+mj-lt"/>
              </a:rPr>
              <a:t>sinh</a:t>
            </a:r>
            <a:r>
              <a:rPr lang="en-US" sz="1600" i="1" dirty="0">
                <a:solidFill>
                  <a:prstClr val="black"/>
                </a:solidFill>
                <a:latin typeface="+mj-lt"/>
              </a:rPr>
              <a:t> </a:t>
            </a:r>
            <a:r>
              <a:rPr lang="en-US" sz="1600" i="1" dirty="0" err="1">
                <a:solidFill>
                  <a:prstClr val="black"/>
                </a:solidFill>
                <a:latin typeface="+mj-lt"/>
              </a:rPr>
              <a:t>tiêu</a:t>
            </a:r>
            <a:r>
              <a:rPr lang="en-US" sz="1600" i="1" dirty="0">
                <a:solidFill>
                  <a:prstClr val="black"/>
                </a:solidFill>
                <a:latin typeface="+mj-lt"/>
              </a:rPr>
              <a:t> </a:t>
            </a:r>
            <a:r>
              <a:rPr lang="en-US" sz="1600" i="1" dirty="0" err="1">
                <a:solidFill>
                  <a:prstClr val="black"/>
                </a:solidFill>
                <a:latin typeface="+mj-lt"/>
              </a:rPr>
              <a:t>đề</a:t>
            </a:r>
            <a:r>
              <a:rPr lang="en-US" sz="1600" i="1" dirty="0">
                <a:solidFill>
                  <a:prstClr val="black"/>
                </a:solidFill>
                <a:latin typeface="+mj-lt"/>
              </a:rPr>
              <a:t> </a:t>
            </a:r>
            <a:r>
              <a:rPr lang="en-US" sz="1600" i="1" dirty="0" err="1">
                <a:solidFill>
                  <a:prstClr val="black"/>
                </a:solidFill>
                <a:latin typeface="+mj-lt"/>
              </a:rPr>
              <a:t>mô</a:t>
            </a:r>
            <a:r>
              <a:rPr lang="en-US" sz="1600" i="1" dirty="0">
                <a:solidFill>
                  <a:prstClr val="black"/>
                </a:solidFill>
                <a:latin typeface="+mj-lt"/>
              </a:rPr>
              <a:t> </a:t>
            </a:r>
            <a:r>
              <a:rPr lang="en-US" sz="1600" i="1" dirty="0" err="1">
                <a:solidFill>
                  <a:prstClr val="black"/>
                </a:solidFill>
                <a:latin typeface="+mj-lt"/>
              </a:rPr>
              <a:t>tả</a:t>
            </a:r>
            <a:r>
              <a:rPr lang="en-US" sz="1600" i="1" dirty="0">
                <a:solidFill>
                  <a:prstClr val="black"/>
                </a:solidFill>
                <a:latin typeface="+mj-lt"/>
              </a:rPr>
              <a:t> </a:t>
            </a:r>
            <a:r>
              <a:rPr lang="en-US" sz="1600" i="1" dirty="0" err="1">
                <a:solidFill>
                  <a:prstClr val="black"/>
                </a:solidFill>
                <a:latin typeface="+mj-lt"/>
              </a:rPr>
              <a:t>bức</a:t>
            </a:r>
            <a:r>
              <a:rPr lang="en-US" sz="1600" i="1" dirty="0">
                <a:solidFill>
                  <a:prstClr val="black"/>
                </a:solidFill>
                <a:latin typeface="+mj-lt"/>
              </a:rPr>
              <a:t> </a:t>
            </a:r>
            <a:r>
              <a:rPr lang="en-US" sz="1600" i="1" dirty="0" err="1">
                <a:solidFill>
                  <a:prstClr val="black"/>
                </a:solidFill>
                <a:latin typeface="+mj-lt"/>
              </a:rPr>
              <a:t>ảnh</a:t>
            </a:r>
            <a:endParaRPr lang="en-US" sz="1600" i="1" dirty="0">
              <a:solidFill>
                <a:prstClr val="black"/>
              </a:solidFill>
              <a:latin typeface="+mj-lt"/>
            </a:endParaRPr>
          </a:p>
        </p:txBody>
      </p:sp>
      <p:sp>
        <p:nvSpPr>
          <p:cNvPr id="14" name="TextBox 13">
            <a:extLst>
              <a:ext uri="{FF2B5EF4-FFF2-40B4-BE49-F238E27FC236}">
                <a16:creationId xmlns:a16="http://schemas.microsoft.com/office/drawing/2014/main" id="{ED7C4C48-2BBE-48CD-92F0-6E5DDC78CBD6}"/>
              </a:ext>
            </a:extLst>
          </p:cNvPr>
          <p:cNvSpPr txBox="1"/>
          <p:nvPr/>
        </p:nvSpPr>
        <p:spPr>
          <a:xfrm>
            <a:off x="7086601" y="4733366"/>
            <a:ext cx="1917118" cy="830997"/>
          </a:xfrm>
          <a:prstGeom prst="rect">
            <a:avLst/>
          </a:prstGeom>
          <a:noFill/>
        </p:spPr>
        <p:txBody>
          <a:bodyPr wrap="square">
            <a:spAutoFit/>
          </a:bodyPr>
          <a:lstStyle/>
          <a:p>
            <a:pPr defTabSz="685800"/>
            <a:r>
              <a:rPr lang="en-US" sz="1600" i="1" dirty="0" err="1">
                <a:solidFill>
                  <a:prstClr val="black"/>
                </a:solidFill>
                <a:latin typeface="+mj-lt"/>
              </a:rPr>
              <a:t>Hình</a:t>
            </a:r>
            <a:r>
              <a:rPr lang="en-US" sz="1600" i="1" dirty="0">
                <a:solidFill>
                  <a:prstClr val="black"/>
                </a:solidFill>
                <a:latin typeface="+mj-lt"/>
              </a:rPr>
              <a:t> 3:Chức </a:t>
            </a:r>
            <a:r>
              <a:rPr lang="en-US" sz="1600" i="1" dirty="0" err="1">
                <a:solidFill>
                  <a:prstClr val="black"/>
                </a:solidFill>
                <a:latin typeface="+mj-lt"/>
              </a:rPr>
              <a:t>năng</a:t>
            </a:r>
            <a:r>
              <a:rPr lang="en-US" sz="1600" i="1" dirty="0">
                <a:solidFill>
                  <a:prstClr val="black"/>
                </a:solidFill>
                <a:latin typeface="+mj-lt"/>
              </a:rPr>
              <a:t> </a:t>
            </a:r>
            <a:r>
              <a:rPr lang="en-US" sz="1600" i="1" dirty="0" err="1">
                <a:solidFill>
                  <a:prstClr val="black"/>
                </a:solidFill>
                <a:latin typeface="+mj-lt"/>
              </a:rPr>
              <a:t>đọc</a:t>
            </a:r>
            <a:r>
              <a:rPr lang="en-US" sz="1600" i="1" dirty="0">
                <a:solidFill>
                  <a:prstClr val="black"/>
                </a:solidFill>
                <a:latin typeface="+mj-lt"/>
              </a:rPr>
              <a:t> </a:t>
            </a:r>
            <a:r>
              <a:rPr lang="en-US" sz="1600" i="1" dirty="0" err="1">
                <a:solidFill>
                  <a:prstClr val="black"/>
                </a:solidFill>
                <a:latin typeface="+mj-lt"/>
              </a:rPr>
              <a:t>tài</a:t>
            </a:r>
            <a:r>
              <a:rPr lang="en-US" sz="1600" i="1" dirty="0">
                <a:solidFill>
                  <a:prstClr val="black"/>
                </a:solidFill>
                <a:latin typeface="+mj-lt"/>
              </a:rPr>
              <a:t> </a:t>
            </a:r>
            <a:r>
              <a:rPr lang="en-US" sz="1600" i="1" dirty="0" err="1">
                <a:solidFill>
                  <a:prstClr val="black"/>
                </a:solidFill>
                <a:latin typeface="+mj-lt"/>
              </a:rPr>
              <a:t>liệu</a:t>
            </a:r>
            <a:r>
              <a:rPr lang="en-US" sz="1600" i="1" dirty="0">
                <a:solidFill>
                  <a:prstClr val="black"/>
                </a:solidFill>
                <a:latin typeface="+mj-lt"/>
              </a:rPr>
              <a:t> </a:t>
            </a:r>
            <a:r>
              <a:rPr lang="en-US" sz="1600" i="1" dirty="0" err="1">
                <a:solidFill>
                  <a:prstClr val="black"/>
                </a:solidFill>
                <a:latin typeface="+mj-lt"/>
              </a:rPr>
              <a:t>của</a:t>
            </a:r>
            <a:r>
              <a:rPr lang="en-US" sz="1600" i="1" dirty="0">
                <a:solidFill>
                  <a:prstClr val="black"/>
                </a:solidFill>
                <a:latin typeface="+mj-lt"/>
              </a:rPr>
              <a:t> Sullivan</a:t>
            </a:r>
          </a:p>
        </p:txBody>
      </p:sp>
      <p:sp>
        <p:nvSpPr>
          <p:cNvPr id="4" name="Slide Number Placeholder 3">
            <a:extLst>
              <a:ext uri="{FF2B5EF4-FFF2-40B4-BE49-F238E27FC236}">
                <a16:creationId xmlns:a16="http://schemas.microsoft.com/office/drawing/2014/main" id="{FAD64A18-5FC8-40F4-9087-E3480A9D8EE4}"/>
              </a:ext>
            </a:extLst>
          </p:cNvPr>
          <p:cNvSpPr>
            <a:spLocks noGrp="1"/>
          </p:cNvSpPr>
          <p:nvPr>
            <p:ph type="sldNum" sz="quarter" idx="11"/>
          </p:nvPr>
        </p:nvSpPr>
        <p:spPr/>
        <p:txBody>
          <a:bodyPr/>
          <a:lstStyle/>
          <a:p>
            <a:pPr>
              <a:defRPr/>
            </a:pPr>
            <a:fld id="{E9BFE15A-3346-4571-882B-EB624BC8BD4C}" type="slidenum">
              <a:rPr lang="en-US" smtClean="0"/>
              <a:pPr>
                <a:defRPr/>
              </a:pPr>
              <a:t>10</a:t>
            </a:fld>
            <a:endParaRPr lang="en-US" dirty="0"/>
          </a:p>
        </p:txBody>
      </p:sp>
    </p:spTree>
    <p:extLst>
      <p:ext uri="{BB962C8B-B14F-4D97-AF65-F5344CB8AC3E}">
        <p14:creationId xmlns:p14="http://schemas.microsoft.com/office/powerpoint/2010/main" val="13777183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540B9-698E-461C-BE0E-A89341F5EEF6}"/>
              </a:ext>
            </a:extLst>
          </p:cNvPr>
          <p:cNvSpPr>
            <a:spLocks noGrp="1"/>
          </p:cNvSpPr>
          <p:nvPr>
            <p:ph type="title"/>
          </p:nvPr>
        </p:nvSpPr>
        <p:spPr/>
        <p:txBody>
          <a:bodyPr/>
          <a:lstStyle/>
          <a:p>
            <a:r>
              <a:rPr lang="en-US"/>
              <a:t>Ứng dụng di động</a:t>
            </a:r>
          </a:p>
        </p:txBody>
      </p:sp>
      <p:sp>
        <p:nvSpPr>
          <p:cNvPr id="3" name="Content Placeholder 2">
            <a:extLst>
              <a:ext uri="{FF2B5EF4-FFF2-40B4-BE49-F238E27FC236}">
                <a16:creationId xmlns:a16="http://schemas.microsoft.com/office/drawing/2014/main" id="{B36EA588-2F9B-4769-BB70-51D061C9D20F}"/>
              </a:ext>
            </a:extLst>
          </p:cNvPr>
          <p:cNvSpPr>
            <a:spLocks noGrp="1"/>
          </p:cNvSpPr>
          <p:nvPr>
            <p:ph idx="1"/>
          </p:nvPr>
        </p:nvSpPr>
        <p:spPr/>
        <p:txBody>
          <a:bodyPr>
            <a:normAutofit/>
          </a:bodyPr>
          <a:lstStyle/>
          <a:p>
            <a:endParaRPr lang="en-US" sz="2400" b="1" dirty="0">
              <a:solidFill>
                <a:srgbClr val="000000"/>
              </a:solidFill>
              <a:effectLst/>
              <a:latin typeface="+mj-lt"/>
              <a:ea typeface="Arial" panose="020B0604020202020204" pitchFamily="34" charset="0"/>
            </a:endParaRPr>
          </a:p>
          <a:p>
            <a:r>
              <a:rPr lang="en-US" sz="2400" b="1" dirty="0">
                <a:solidFill>
                  <a:srgbClr val="000000"/>
                </a:solidFill>
                <a:effectLst/>
                <a:latin typeface="+mj-lt"/>
                <a:ea typeface="Arial" panose="020B0604020202020204" pitchFamily="34" charset="0"/>
              </a:rPr>
              <a:t>Envision AI </a:t>
            </a:r>
            <a:r>
              <a:rPr lang="en-US" sz="2400" dirty="0">
                <a:solidFill>
                  <a:srgbClr val="000000"/>
                </a:solidFill>
                <a:latin typeface="+mj-lt"/>
              </a:rPr>
              <a:t>(công ty Envision).</a:t>
            </a:r>
          </a:p>
          <a:p>
            <a:r>
              <a:rPr lang="en-US" sz="2400" b="1" dirty="0" err="1">
                <a:solidFill>
                  <a:srgbClr val="000000"/>
                </a:solidFill>
                <a:latin typeface="+mj-lt"/>
              </a:rPr>
              <a:t>Chức</a:t>
            </a:r>
            <a:r>
              <a:rPr lang="en-US" sz="2400" b="1" dirty="0">
                <a:solidFill>
                  <a:srgbClr val="000000"/>
                </a:solidFill>
                <a:latin typeface="+mj-lt"/>
              </a:rPr>
              <a:t> </a:t>
            </a:r>
            <a:r>
              <a:rPr lang="en-US" sz="2400" b="1" dirty="0" err="1">
                <a:solidFill>
                  <a:srgbClr val="000000"/>
                </a:solidFill>
                <a:latin typeface="+mj-lt"/>
              </a:rPr>
              <a:t>năng</a:t>
            </a:r>
            <a:endParaRPr lang="en-US" sz="2400" b="1" dirty="0">
              <a:solidFill>
                <a:srgbClr val="000000"/>
              </a:solidFill>
              <a:latin typeface="+mj-lt"/>
            </a:endParaRPr>
          </a:p>
          <a:p>
            <a:pPr lvl="1"/>
            <a:r>
              <a:rPr lang="en-US" sz="2400" dirty="0" err="1">
                <a:solidFill>
                  <a:srgbClr val="000000"/>
                </a:solidFill>
              </a:rPr>
              <a:t>Đọc</a:t>
            </a:r>
            <a:r>
              <a:rPr lang="en-US" sz="2400" dirty="0">
                <a:solidFill>
                  <a:srgbClr val="000000"/>
                </a:solidFill>
              </a:rPr>
              <a:t> tin </a:t>
            </a:r>
            <a:r>
              <a:rPr lang="en-US" sz="2400" dirty="0" err="1">
                <a:solidFill>
                  <a:srgbClr val="000000"/>
                </a:solidFill>
              </a:rPr>
              <a:t>nhắn</a:t>
            </a:r>
            <a:r>
              <a:rPr lang="en-US" sz="2400" dirty="0">
                <a:solidFill>
                  <a:srgbClr val="000000"/>
                </a:solidFill>
              </a:rPr>
              <a:t> </a:t>
            </a:r>
            <a:r>
              <a:rPr lang="en-US" sz="2400" dirty="0" err="1">
                <a:solidFill>
                  <a:srgbClr val="000000"/>
                </a:solidFill>
              </a:rPr>
              <a:t>điện</a:t>
            </a:r>
            <a:r>
              <a:rPr lang="en-US" sz="2400" dirty="0">
                <a:solidFill>
                  <a:srgbClr val="000000"/>
                </a:solidFill>
              </a:rPr>
              <a:t> </a:t>
            </a:r>
            <a:r>
              <a:rPr lang="en-US" sz="2400" dirty="0" err="1">
                <a:solidFill>
                  <a:srgbClr val="000000"/>
                </a:solidFill>
              </a:rPr>
              <a:t>thoại</a:t>
            </a:r>
            <a:r>
              <a:rPr lang="en-US" sz="2400" dirty="0">
                <a:solidFill>
                  <a:srgbClr val="000000"/>
                </a:solidFill>
              </a:rPr>
              <a:t>.</a:t>
            </a:r>
          </a:p>
          <a:p>
            <a:pPr lvl="1"/>
            <a:r>
              <a:rPr lang="en-US" sz="2400" dirty="0" err="1"/>
              <a:t>Đọc</a:t>
            </a:r>
            <a:r>
              <a:rPr lang="en-US" sz="2400" dirty="0"/>
              <a:t> </a:t>
            </a:r>
            <a:r>
              <a:rPr lang="en-US" sz="2400" dirty="0" err="1"/>
              <a:t>bản</a:t>
            </a:r>
            <a:r>
              <a:rPr lang="en-US" sz="2400" dirty="0"/>
              <a:t> in (</a:t>
            </a:r>
            <a:r>
              <a:rPr lang="en-US" sz="2400" dirty="0" err="1"/>
              <a:t>tài</a:t>
            </a:r>
            <a:r>
              <a:rPr lang="en-US" sz="2400" dirty="0"/>
              <a:t> </a:t>
            </a:r>
            <a:r>
              <a:rPr lang="en-US" sz="2400" dirty="0" err="1"/>
              <a:t>liệu</a:t>
            </a:r>
            <a:r>
              <a:rPr lang="en-US" sz="2400" dirty="0"/>
              <a:t>/</a:t>
            </a:r>
            <a:r>
              <a:rPr lang="en-US" sz="2400" dirty="0" err="1"/>
              <a:t>báo</a:t>
            </a:r>
            <a:r>
              <a:rPr lang="en-US" sz="2400" dirty="0"/>
              <a:t>/</a:t>
            </a:r>
            <a:r>
              <a:rPr lang="en-US" sz="2400" dirty="0" err="1"/>
              <a:t>tạp</a:t>
            </a:r>
            <a:r>
              <a:rPr lang="en-US" sz="2400" dirty="0"/>
              <a:t> </a:t>
            </a:r>
            <a:r>
              <a:rPr lang="en-US" sz="2400" dirty="0" err="1"/>
              <a:t>chí</a:t>
            </a:r>
            <a:r>
              <a:rPr lang="en-US" sz="2400" dirty="0"/>
              <a:t>).</a:t>
            </a:r>
          </a:p>
          <a:p>
            <a:pPr lvl="1"/>
            <a:r>
              <a:rPr lang="en-US" sz="2400" dirty="0" err="1"/>
              <a:t>Đọc</a:t>
            </a:r>
            <a:r>
              <a:rPr lang="en-US" sz="2400" dirty="0"/>
              <a:t> </a:t>
            </a:r>
            <a:r>
              <a:rPr lang="en-US" sz="2400" dirty="0" err="1"/>
              <a:t>tài</a:t>
            </a:r>
            <a:r>
              <a:rPr lang="en-US" sz="2400" dirty="0"/>
              <a:t> </a:t>
            </a:r>
            <a:r>
              <a:rPr lang="en-US" sz="2400" dirty="0" err="1"/>
              <a:t>liệu</a:t>
            </a:r>
            <a:r>
              <a:rPr lang="en-US" sz="2400" dirty="0"/>
              <a:t> </a:t>
            </a:r>
            <a:r>
              <a:rPr lang="en-US" sz="2400" dirty="0" err="1"/>
              <a:t>điện</a:t>
            </a:r>
            <a:r>
              <a:rPr lang="en-US" sz="2400" dirty="0"/>
              <a:t> </a:t>
            </a:r>
            <a:r>
              <a:rPr lang="en-US" sz="2400" dirty="0" err="1"/>
              <a:t>tử</a:t>
            </a:r>
            <a:r>
              <a:rPr lang="en-US" sz="2400" dirty="0"/>
              <a:t>.</a:t>
            </a:r>
          </a:p>
          <a:p>
            <a:pPr lvl="1"/>
            <a:r>
              <a:rPr lang="en-US" sz="2400" dirty="0" err="1"/>
              <a:t>Nhận</a:t>
            </a:r>
            <a:r>
              <a:rPr lang="en-US" sz="2400" dirty="0"/>
              <a:t> </a:t>
            </a:r>
            <a:r>
              <a:rPr lang="en-US" sz="2400" dirty="0" err="1"/>
              <a:t>dạng</a:t>
            </a:r>
            <a:r>
              <a:rPr lang="en-US" sz="2400" dirty="0"/>
              <a:t> </a:t>
            </a:r>
            <a:r>
              <a:rPr lang="en-US" sz="2400" dirty="0" err="1"/>
              <a:t>đối</a:t>
            </a:r>
            <a:r>
              <a:rPr lang="en-US" sz="2400" dirty="0"/>
              <a:t> </a:t>
            </a:r>
            <a:r>
              <a:rPr lang="en-US" sz="2400" dirty="0" err="1"/>
              <a:t>tượng</a:t>
            </a:r>
            <a:endParaRPr lang="en-US" sz="2400" dirty="0"/>
          </a:p>
          <a:p>
            <a:pPr lvl="1"/>
            <a:r>
              <a:rPr lang="en-US" sz="2400" dirty="0" err="1"/>
              <a:t>Nhận</a:t>
            </a:r>
            <a:r>
              <a:rPr lang="en-US" sz="2400" dirty="0"/>
              <a:t> </a:t>
            </a:r>
            <a:r>
              <a:rPr lang="en-US" sz="2400" dirty="0" err="1"/>
              <a:t>dạng</a:t>
            </a:r>
            <a:r>
              <a:rPr lang="en-US" sz="2400" dirty="0"/>
              <a:t> </a:t>
            </a:r>
            <a:r>
              <a:rPr lang="en-US" sz="2400" dirty="0" err="1"/>
              <a:t>khuôn</a:t>
            </a:r>
            <a:r>
              <a:rPr lang="en-US" sz="2400" dirty="0"/>
              <a:t> </a:t>
            </a:r>
            <a:r>
              <a:rPr lang="en-US" sz="2400" dirty="0" err="1"/>
              <a:t>mặt</a:t>
            </a:r>
            <a:r>
              <a:rPr lang="en-US" sz="2400" dirty="0"/>
              <a:t>.</a:t>
            </a:r>
          </a:p>
          <a:p>
            <a:pPr lvl="1"/>
            <a:r>
              <a:rPr lang="en-US" sz="2400" dirty="0" err="1"/>
              <a:t>Quét</a:t>
            </a:r>
            <a:r>
              <a:rPr lang="en-US" sz="2400" dirty="0"/>
              <a:t> </a:t>
            </a:r>
            <a:r>
              <a:rPr lang="en-US" sz="2400" dirty="0" err="1"/>
              <a:t>mã</a:t>
            </a:r>
            <a:r>
              <a:rPr lang="en-US" sz="2400" dirty="0"/>
              <a:t> </a:t>
            </a:r>
            <a:r>
              <a:rPr lang="en-US" sz="2400" dirty="0" err="1"/>
              <a:t>vạch</a:t>
            </a:r>
            <a:endParaRPr lang="en-US" sz="2400" dirty="0"/>
          </a:p>
          <a:p>
            <a:r>
              <a:rPr lang="en-US" sz="2400" dirty="0">
                <a:latin typeface="+mj-lt"/>
              </a:rPr>
              <a:t>Thu </a:t>
            </a:r>
            <a:r>
              <a:rPr lang="en-US" sz="2400" dirty="0" err="1">
                <a:latin typeface="+mj-lt"/>
              </a:rPr>
              <a:t>phí</a:t>
            </a:r>
            <a:r>
              <a:rPr lang="en-US" sz="2400" dirty="0">
                <a:latin typeface="+mj-lt"/>
              </a:rPr>
              <a:t> </a:t>
            </a:r>
            <a:r>
              <a:rPr lang="en-US" sz="2400" dirty="0" err="1">
                <a:latin typeface="+mj-lt"/>
              </a:rPr>
              <a:t>người</a:t>
            </a:r>
            <a:r>
              <a:rPr lang="en-US" sz="2400" dirty="0">
                <a:latin typeface="+mj-lt"/>
              </a:rPr>
              <a:t> </a:t>
            </a:r>
            <a:r>
              <a:rPr lang="en-US" sz="2400" dirty="0" err="1">
                <a:latin typeface="+mj-lt"/>
              </a:rPr>
              <a:t>sử</a:t>
            </a:r>
            <a:r>
              <a:rPr lang="en-US" sz="2400" dirty="0">
                <a:latin typeface="+mj-lt"/>
              </a:rPr>
              <a:t> </a:t>
            </a:r>
            <a:r>
              <a:rPr lang="en-US" sz="2400" dirty="0" err="1">
                <a:latin typeface="+mj-lt"/>
              </a:rPr>
              <a:t>dụng</a:t>
            </a:r>
            <a:r>
              <a:rPr lang="en-US" sz="2400" dirty="0">
                <a:latin typeface="+mj-lt"/>
              </a:rPr>
              <a:t>.</a:t>
            </a:r>
          </a:p>
        </p:txBody>
      </p:sp>
      <p:pic>
        <p:nvPicPr>
          <p:cNvPr id="8" name="Picture 7">
            <a:extLst>
              <a:ext uri="{FF2B5EF4-FFF2-40B4-BE49-F238E27FC236}">
                <a16:creationId xmlns:a16="http://schemas.microsoft.com/office/drawing/2014/main" id="{B3451B20-B5CF-4F9E-8B71-52F05B00F559}"/>
              </a:ext>
            </a:extLst>
          </p:cNvPr>
          <p:cNvPicPr>
            <a:picLocks noChangeAspect="1"/>
          </p:cNvPicPr>
          <p:nvPr/>
        </p:nvPicPr>
        <p:blipFill>
          <a:blip r:embed="rId2"/>
          <a:stretch>
            <a:fillRect/>
          </a:stretch>
        </p:blipFill>
        <p:spPr>
          <a:xfrm>
            <a:off x="6096000" y="1218498"/>
            <a:ext cx="1937997" cy="2018375"/>
          </a:xfrm>
          <a:prstGeom prst="rect">
            <a:avLst/>
          </a:prstGeom>
        </p:spPr>
      </p:pic>
      <p:sp>
        <p:nvSpPr>
          <p:cNvPr id="10" name="TextBox 9">
            <a:extLst>
              <a:ext uri="{FF2B5EF4-FFF2-40B4-BE49-F238E27FC236}">
                <a16:creationId xmlns:a16="http://schemas.microsoft.com/office/drawing/2014/main" id="{4707683D-75EA-49F8-8BF0-7647024C9587}"/>
              </a:ext>
            </a:extLst>
          </p:cNvPr>
          <p:cNvSpPr txBox="1"/>
          <p:nvPr/>
        </p:nvSpPr>
        <p:spPr>
          <a:xfrm>
            <a:off x="5562600" y="3218906"/>
            <a:ext cx="3195296" cy="369332"/>
          </a:xfrm>
          <a:prstGeom prst="rect">
            <a:avLst/>
          </a:prstGeom>
          <a:noFill/>
        </p:spPr>
        <p:txBody>
          <a:bodyPr wrap="square">
            <a:spAutoFit/>
          </a:bodyPr>
          <a:lstStyle/>
          <a:p>
            <a:pPr marL="0" lvl="1" defTabSz="685800"/>
            <a:r>
              <a:rPr lang="en-US" i="1" dirty="0" err="1">
                <a:solidFill>
                  <a:prstClr val="black"/>
                </a:solidFill>
                <a:latin typeface="+mj-lt"/>
                <a:cs typeface="Times New Roman" panose="02020603050405020304" pitchFamily="18" charset="0"/>
              </a:rPr>
              <a:t>Hình</a:t>
            </a:r>
            <a:r>
              <a:rPr lang="en-US" i="1" dirty="0">
                <a:solidFill>
                  <a:prstClr val="black"/>
                </a:solidFill>
                <a:latin typeface="+mj-lt"/>
                <a:cs typeface="Times New Roman" panose="02020603050405020304" pitchFamily="18" charset="0"/>
              </a:rPr>
              <a:t> 5: </a:t>
            </a:r>
            <a:r>
              <a:rPr lang="en-US" i="1" dirty="0" err="1">
                <a:solidFill>
                  <a:prstClr val="black"/>
                </a:solidFill>
                <a:latin typeface="+mj-lt"/>
                <a:cs typeface="Times New Roman" panose="02020603050405020304" pitchFamily="18" charset="0"/>
              </a:rPr>
              <a:t>Nhận</a:t>
            </a:r>
            <a:r>
              <a:rPr lang="en-US" i="1" dirty="0">
                <a:solidFill>
                  <a:prstClr val="black"/>
                </a:solidFill>
                <a:latin typeface="+mj-lt"/>
                <a:cs typeface="Times New Roman" panose="02020603050405020304" pitchFamily="18" charset="0"/>
              </a:rPr>
              <a:t> </a:t>
            </a:r>
            <a:r>
              <a:rPr lang="en-US" i="1" dirty="0" err="1">
                <a:solidFill>
                  <a:prstClr val="black"/>
                </a:solidFill>
                <a:latin typeface="+mj-lt"/>
                <a:cs typeface="Times New Roman" panose="02020603050405020304" pitchFamily="18" charset="0"/>
              </a:rPr>
              <a:t>dạng</a:t>
            </a:r>
            <a:r>
              <a:rPr lang="en-US" i="1" dirty="0">
                <a:solidFill>
                  <a:prstClr val="black"/>
                </a:solidFill>
                <a:latin typeface="+mj-lt"/>
                <a:cs typeface="Times New Roman" panose="02020603050405020304" pitchFamily="18" charset="0"/>
              </a:rPr>
              <a:t> </a:t>
            </a:r>
            <a:r>
              <a:rPr lang="en-US" i="1" dirty="0" err="1">
                <a:solidFill>
                  <a:prstClr val="black"/>
                </a:solidFill>
                <a:latin typeface="+mj-lt"/>
                <a:cs typeface="Times New Roman" panose="02020603050405020304" pitchFamily="18" charset="0"/>
              </a:rPr>
              <a:t>đối</a:t>
            </a:r>
            <a:r>
              <a:rPr lang="en-US" i="1" dirty="0">
                <a:solidFill>
                  <a:prstClr val="black"/>
                </a:solidFill>
                <a:latin typeface="+mj-lt"/>
                <a:cs typeface="Times New Roman" panose="02020603050405020304" pitchFamily="18" charset="0"/>
              </a:rPr>
              <a:t> </a:t>
            </a:r>
            <a:r>
              <a:rPr lang="en-US" i="1" dirty="0" err="1">
                <a:solidFill>
                  <a:prstClr val="black"/>
                </a:solidFill>
                <a:latin typeface="+mj-lt"/>
                <a:cs typeface="Times New Roman" panose="02020603050405020304" pitchFamily="18" charset="0"/>
              </a:rPr>
              <a:t>tượng</a:t>
            </a:r>
            <a:endParaRPr lang="en-US" i="1" dirty="0">
              <a:solidFill>
                <a:prstClr val="black"/>
              </a:solidFill>
              <a:latin typeface="+mj-lt"/>
              <a:cs typeface="Times New Roman" panose="02020603050405020304" pitchFamily="18" charset="0"/>
            </a:endParaRPr>
          </a:p>
        </p:txBody>
      </p:sp>
      <p:pic>
        <p:nvPicPr>
          <p:cNvPr id="12" name="Picture 11">
            <a:extLst>
              <a:ext uri="{FF2B5EF4-FFF2-40B4-BE49-F238E27FC236}">
                <a16:creationId xmlns:a16="http://schemas.microsoft.com/office/drawing/2014/main" id="{142C305F-A87D-420C-AD8B-67C9E4B0E82F}"/>
              </a:ext>
            </a:extLst>
          </p:cNvPr>
          <p:cNvPicPr>
            <a:picLocks noChangeAspect="1"/>
          </p:cNvPicPr>
          <p:nvPr/>
        </p:nvPicPr>
        <p:blipFill>
          <a:blip r:embed="rId3"/>
          <a:stretch>
            <a:fillRect/>
          </a:stretch>
        </p:blipFill>
        <p:spPr>
          <a:xfrm>
            <a:off x="6096000" y="3884318"/>
            <a:ext cx="1998684" cy="2018375"/>
          </a:xfrm>
          <a:prstGeom prst="rect">
            <a:avLst/>
          </a:prstGeom>
        </p:spPr>
      </p:pic>
      <p:sp>
        <p:nvSpPr>
          <p:cNvPr id="13" name="TextBox 12">
            <a:extLst>
              <a:ext uri="{FF2B5EF4-FFF2-40B4-BE49-F238E27FC236}">
                <a16:creationId xmlns:a16="http://schemas.microsoft.com/office/drawing/2014/main" id="{8B408267-728E-4413-AC70-5A7CCF785A9A}"/>
              </a:ext>
            </a:extLst>
          </p:cNvPr>
          <p:cNvSpPr txBox="1"/>
          <p:nvPr/>
        </p:nvSpPr>
        <p:spPr>
          <a:xfrm>
            <a:off x="5638800" y="5902693"/>
            <a:ext cx="2696615" cy="369332"/>
          </a:xfrm>
          <a:prstGeom prst="rect">
            <a:avLst/>
          </a:prstGeom>
          <a:noFill/>
        </p:spPr>
        <p:txBody>
          <a:bodyPr wrap="square">
            <a:spAutoFit/>
          </a:bodyPr>
          <a:lstStyle/>
          <a:p>
            <a:pPr marL="342900" lvl="1" defTabSz="685800"/>
            <a:r>
              <a:rPr lang="en-US" i="1" dirty="0" err="1">
                <a:solidFill>
                  <a:prstClr val="black"/>
                </a:solidFill>
                <a:latin typeface="+mj-lt"/>
                <a:cs typeface="Times New Roman" panose="02020603050405020304" pitchFamily="18" charset="0"/>
              </a:rPr>
              <a:t>Hình</a:t>
            </a:r>
            <a:r>
              <a:rPr lang="en-US" i="1" dirty="0">
                <a:solidFill>
                  <a:prstClr val="black"/>
                </a:solidFill>
                <a:latin typeface="+mj-lt"/>
                <a:cs typeface="Times New Roman" panose="02020603050405020304" pitchFamily="18" charset="0"/>
              </a:rPr>
              <a:t> 6: </a:t>
            </a:r>
            <a:r>
              <a:rPr lang="en-US" i="1" dirty="0" err="1">
                <a:solidFill>
                  <a:prstClr val="black"/>
                </a:solidFill>
                <a:latin typeface="+mj-lt"/>
                <a:cs typeface="Times New Roman" panose="02020603050405020304" pitchFamily="18" charset="0"/>
              </a:rPr>
              <a:t>Đọc</a:t>
            </a:r>
            <a:r>
              <a:rPr lang="en-US" i="1" dirty="0">
                <a:solidFill>
                  <a:prstClr val="black"/>
                </a:solidFill>
                <a:latin typeface="+mj-lt"/>
                <a:cs typeface="Times New Roman" panose="02020603050405020304" pitchFamily="18" charset="0"/>
              </a:rPr>
              <a:t> </a:t>
            </a:r>
            <a:r>
              <a:rPr lang="en-US" i="1" dirty="0" err="1">
                <a:solidFill>
                  <a:prstClr val="black"/>
                </a:solidFill>
                <a:latin typeface="+mj-lt"/>
                <a:cs typeface="Times New Roman" panose="02020603050405020304" pitchFamily="18" charset="0"/>
              </a:rPr>
              <a:t>tài</a:t>
            </a:r>
            <a:r>
              <a:rPr lang="en-US" i="1" dirty="0">
                <a:solidFill>
                  <a:prstClr val="black"/>
                </a:solidFill>
                <a:latin typeface="+mj-lt"/>
                <a:cs typeface="Times New Roman" panose="02020603050405020304" pitchFamily="18" charset="0"/>
              </a:rPr>
              <a:t> </a:t>
            </a:r>
            <a:r>
              <a:rPr lang="en-US" i="1" dirty="0" err="1">
                <a:solidFill>
                  <a:prstClr val="black"/>
                </a:solidFill>
                <a:latin typeface="+mj-lt"/>
                <a:cs typeface="Times New Roman" panose="02020603050405020304" pitchFamily="18" charset="0"/>
              </a:rPr>
              <a:t>liệu</a:t>
            </a:r>
            <a:endParaRPr lang="en-US" i="1" dirty="0">
              <a:solidFill>
                <a:prstClr val="black"/>
              </a:solidFill>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7516096F-EA41-4E3E-BFC9-C14A1EEFDFC2}"/>
              </a:ext>
            </a:extLst>
          </p:cNvPr>
          <p:cNvSpPr>
            <a:spLocks noGrp="1"/>
          </p:cNvSpPr>
          <p:nvPr>
            <p:ph type="sldNum" sz="quarter" idx="11"/>
          </p:nvPr>
        </p:nvSpPr>
        <p:spPr/>
        <p:txBody>
          <a:bodyPr/>
          <a:lstStyle/>
          <a:p>
            <a:pPr>
              <a:defRPr/>
            </a:pPr>
            <a:fld id="{E9BFE15A-3346-4571-882B-EB624BC8BD4C}" type="slidenum">
              <a:rPr lang="en-US" smtClean="0"/>
              <a:pPr>
                <a:defRPr/>
              </a:pPr>
              <a:t>11</a:t>
            </a:fld>
            <a:endParaRPr lang="en-US" dirty="0"/>
          </a:p>
        </p:txBody>
      </p:sp>
    </p:spTree>
    <p:extLst>
      <p:ext uri="{BB962C8B-B14F-4D97-AF65-F5344CB8AC3E}">
        <p14:creationId xmlns:p14="http://schemas.microsoft.com/office/powerpoint/2010/main" val="5251656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3A9E5-C390-4682-AA95-09D276D82F36}"/>
              </a:ext>
            </a:extLst>
          </p:cNvPr>
          <p:cNvSpPr>
            <a:spLocks noGrp="1"/>
          </p:cNvSpPr>
          <p:nvPr>
            <p:ph type="title"/>
          </p:nvPr>
        </p:nvSpPr>
        <p:spPr/>
        <p:txBody>
          <a:bodyPr/>
          <a:lstStyle/>
          <a:p>
            <a:r>
              <a:rPr lang="en-US"/>
              <a:t>Ứng dụng di động</a:t>
            </a:r>
          </a:p>
        </p:txBody>
      </p:sp>
      <p:sp>
        <p:nvSpPr>
          <p:cNvPr id="3" name="Content Placeholder 2">
            <a:extLst>
              <a:ext uri="{FF2B5EF4-FFF2-40B4-BE49-F238E27FC236}">
                <a16:creationId xmlns:a16="http://schemas.microsoft.com/office/drawing/2014/main" id="{17B12CF1-F906-43EB-87E5-150437568B9B}"/>
              </a:ext>
            </a:extLst>
          </p:cNvPr>
          <p:cNvSpPr>
            <a:spLocks noGrp="1"/>
          </p:cNvSpPr>
          <p:nvPr>
            <p:ph idx="1"/>
          </p:nvPr>
        </p:nvSpPr>
        <p:spPr/>
        <p:txBody>
          <a:bodyPr/>
          <a:lstStyle/>
          <a:p>
            <a:r>
              <a:rPr lang="en-US" sz="2400" b="1" dirty="0" err="1">
                <a:solidFill>
                  <a:srgbClr val="000000"/>
                </a:solidFill>
                <a:effectLst/>
                <a:latin typeface="+mj-lt"/>
                <a:ea typeface="Arial" panose="020B0604020202020204" pitchFamily="34" charset="0"/>
              </a:rPr>
              <a:t>VnBEyes</a:t>
            </a:r>
            <a:r>
              <a:rPr lang="en-US" sz="2400" b="1" dirty="0">
                <a:solidFill>
                  <a:srgbClr val="000000"/>
                </a:solidFill>
                <a:effectLst/>
                <a:latin typeface="+mj-lt"/>
                <a:ea typeface="Arial" panose="020B0604020202020204" pitchFamily="34" charset="0"/>
              </a:rPr>
              <a:t> </a:t>
            </a:r>
            <a:r>
              <a:rPr lang="en-US" sz="2400" dirty="0">
                <a:solidFill>
                  <a:srgbClr val="000000"/>
                </a:solidFill>
                <a:effectLst/>
                <a:latin typeface="+mj-lt"/>
                <a:ea typeface="Arial" panose="020B0604020202020204" pitchFamily="34" charset="0"/>
              </a:rPr>
              <a:t>(</a:t>
            </a:r>
            <a:r>
              <a:rPr lang="en-US" sz="2400" dirty="0" err="1">
                <a:solidFill>
                  <a:srgbClr val="000000"/>
                </a:solidFill>
                <a:effectLst/>
                <a:latin typeface="+mj-lt"/>
                <a:ea typeface="Arial" panose="020B0604020202020204" pitchFamily="34" charset="0"/>
              </a:rPr>
              <a:t>Nhóm</a:t>
            </a:r>
            <a:r>
              <a:rPr lang="en-US" sz="2400" dirty="0">
                <a:solidFill>
                  <a:srgbClr val="000000"/>
                </a:solidFill>
                <a:effectLst/>
                <a:latin typeface="+mj-lt"/>
                <a:ea typeface="Arial" panose="020B0604020202020204" pitchFamily="34" charset="0"/>
              </a:rPr>
              <a:t> </a:t>
            </a:r>
            <a:r>
              <a:rPr lang="en-US" sz="2400" dirty="0" err="1">
                <a:solidFill>
                  <a:srgbClr val="000000"/>
                </a:solidFill>
                <a:effectLst/>
                <a:latin typeface="+mj-lt"/>
                <a:ea typeface="Arial" panose="020B0604020202020204" pitchFamily="34" charset="0"/>
              </a:rPr>
              <a:t>nghiên</a:t>
            </a:r>
            <a:r>
              <a:rPr lang="en-US" sz="2400" dirty="0">
                <a:solidFill>
                  <a:srgbClr val="000000"/>
                </a:solidFill>
                <a:effectLst/>
                <a:latin typeface="+mj-lt"/>
                <a:ea typeface="Arial" panose="020B0604020202020204" pitchFamily="34" charset="0"/>
              </a:rPr>
              <a:t> </a:t>
            </a:r>
            <a:r>
              <a:rPr lang="en-US" sz="2400" dirty="0" err="1">
                <a:solidFill>
                  <a:srgbClr val="000000"/>
                </a:solidFill>
                <a:effectLst/>
                <a:latin typeface="+mj-lt"/>
                <a:ea typeface="Arial" panose="020B0604020202020204" pitchFamily="34" charset="0"/>
              </a:rPr>
              <a:t>cứu</a:t>
            </a:r>
            <a:r>
              <a:rPr lang="en-US" sz="2400" dirty="0">
                <a:solidFill>
                  <a:srgbClr val="000000"/>
                </a:solidFill>
                <a:effectLst/>
                <a:latin typeface="+mj-lt"/>
                <a:ea typeface="Arial" panose="020B0604020202020204" pitchFamily="34" charset="0"/>
              </a:rPr>
              <a:t> AI Solutions</a:t>
            </a:r>
            <a:r>
              <a:rPr lang="en-US" sz="2400" dirty="0">
                <a:solidFill>
                  <a:srgbClr val="000000"/>
                </a:solidFill>
                <a:latin typeface="+mj-lt"/>
              </a:rPr>
              <a:t>)</a:t>
            </a:r>
          </a:p>
          <a:p>
            <a:endParaRPr lang="en-US" sz="2400" dirty="0">
              <a:latin typeface="+mj-lt"/>
            </a:endParaRPr>
          </a:p>
          <a:p>
            <a:r>
              <a:rPr lang="en-US" sz="2400" dirty="0" err="1">
                <a:latin typeface="+mj-lt"/>
              </a:rPr>
              <a:t>Chức</a:t>
            </a:r>
            <a:r>
              <a:rPr lang="en-US" sz="2400" dirty="0">
                <a:latin typeface="+mj-lt"/>
              </a:rPr>
              <a:t> </a:t>
            </a:r>
            <a:r>
              <a:rPr lang="en-US" sz="2400" dirty="0" err="1">
                <a:latin typeface="+mj-lt"/>
              </a:rPr>
              <a:t>năng</a:t>
            </a:r>
            <a:endParaRPr lang="en-US" sz="2400" dirty="0">
              <a:latin typeface="+mj-lt"/>
            </a:endParaRPr>
          </a:p>
          <a:p>
            <a:pPr lvl="1"/>
            <a:r>
              <a:rPr lang="en-US" sz="2000" dirty="0" err="1"/>
              <a:t>Đọc</a:t>
            </a:r>
            <a:r>
              <a:rPr lang="en-US" sz="2000" dirty="0"/>
              <a:t> </a:t>
            </a:r>
            <a:r>
              <a:rPr lang="en-US" sz="2000" dirty="0" err="1"/>
              <a:t>tài</a:t>
            </a:r>
            <a:r>
              <a:rPr lang="en-US" sz="2000" dirty="0"/>
              <a:t> </a:t>
            </a:r>
            <a:r>
              <a:rPr lang="en-US" sz="2000" dirty="0" err="1"/>
              <a:t>liệu</a:t>
            </a:r>
            <a:r>
              <a:rPr lang="en-US" sz="2000" dirty="0"/>
              <a:t> in.</a:t>
            </a:r>
          </a:p>
          <a:p>
            <a:pPr lvl="1"/>
            <a:r>
              <a:rPr lang="en-US" sz="2000" dirty="0" err="1"/>
              <a:t>Đọc</a:t>
            </a:r>
            <a:r>
              <a:rPr lang="en-US" sz="2000" dirty="0"/>
              <a:t> </a:t>
            </a:r>
            <a:r>
              <a:rPr lang="en-US" sz="2000" dirty="0" err="1"/>
              <a:t>bản</a:t>
            </a:r>
            <a:r>
              <a:rPr lang="en-US" sz="2000" dirty="0"/>
              <a:t> </a:t>
            </a:r>
            <a:r>
              <a:rPr lang="en-US" sz="2000" dirty="0" err="1"/>
              <a:t>điện</a:t>
            </a:r>
            <a:r>
              <a:rPr lang="en-US" sz="2000" dirty="0"/>
              <a:t> </a:t>
            </a:r>
            <a:r>
              <a:rPr lang="en-US" sz="2000" dirty="0" err="1"/>
              <a:t>tử</a:t>
            </a:r>
            <a:r>
              <a:rPr lang="en-US" sz="2000" dirty="0"/>
              <a:t>: pdf, docx, doc.</a:t>
            </a:r>
          </a:p>
          <a:p>
            <a:pPr lvl="1"/>
            <a:r>
              <a:rPr lang="en-US" sz="2000" dirty="0" err="1"/>
              <a:t>Đọc</a:t>
            </a:r>
            <a:r>
              <a:rPr lang="en-US" sz="2000" dirty="0"/>
              <a:t> </a:t>
            </a:r>
            <a:r>
              <a:rPr lang="en-US" sz="2000" dirty="0" err="1"/>
              <a:t>báo</a:t>
            </a:r>
            <a:r>
              <a:rPr lang="en-US" sz="2000" dirty="0"/>
              <a:t> </a:t>
            </a:r>
            <a:r>
              <a:rPr lang="en-US" sz="2000" dirty="0" err="1"/>
              <a:t>điện</a:t>
            </a:r>
            <a:r>
              <a:rPr lang="en-US" sz="2000" dirty="0"/>
              <a:t> </a:t>
            </a:r>
            <a:r>
              <a:rPr lang="en-US" sz="2000" dirty="0" err="1"/>
              <a:t>tử</a:t>
            </a:r>
            <a:r>
              <a:rPr lang="en-US" sz="2000" dirty="0"/>
              <a:t>.</a:t>
            </a:r>
          </a:p>
          <a:p>
            <a:pPr lvl="1"/>
            <a:r>
              <a:rPr lang="en-US" sz="2000" dirty="0" err="1"/>
              <a:t>Nhận</a:t>
            </a:r>
            <a:r>
              <a:rPr lang="en-US" sz="2000" dirty="0"/>
              <a:t> </a:t>
            </a:r>
            <a:r>
              <a:rPr lang="en-US" sz="2000" dirty="0" err="1"/>
              <a:t>dạng</a:t>
            </a:r>
            <a:r>
              <a:rPr lang="en-US" sz="2000" dirty="0"/>
              <a:t> </a:t>
            </a:r>
            <a:r>
              <a:rPr lang="en-US" sz="2000" dirty="0" err="1"/>
              <a:t>mệnh</a:t>
            </a:r>
            <a:r>
              <a:rPr lang="en-US" sz="2000" dirty="0"/>
              <a:t> </a:t>
            </a:r>
            <a:r>
              <a:rPr lang="en-US" sz="2000" dirty="0" err="1"/>
              <a:t>giá</a:t>
            </a:r>
            <a:r>
              <a:rPr lang="en-US" sz="2000" dirty="0"/>
              <a:t> </a:t>
            </a:r>
            <a:r>
              <a:rPr lang="en-US" sz="2000" dirty="0" err="1"/>
              <a:t>tiền</a:t>
            </a:r>
            <a:r>
              <a:rPr lang="en-US" sz="2000" dirty="0"/>
              <a:t>.</a:t>
            </a:r>
          </a:p>
        </p:txBody>
      </p:sp>
      <p:sp>
        <p:nvSpPr>
          <p:cNvPr id="4" name="Slide Number Placeholder 3">
            <a:extLst>
              <a:ext uri="{FF2B5EF4-FFF2-40B4-BE49-F238E27FC236}">
                <a16:creationId xmlns:a16="http://schemas.microsoft.com/office/drawing/2014/main" id="{ADA819A0-DDDB-4340-A013-5F94B691E89D}"/>
              </a:ext>
            </a:extLst>
          </p:cNvPr>
          <p:cNvSpPr>
            <a:spLocks noGrp="1"/>
          </p:cNvSpPr>
          <p:nvPr>
            <p:ph type="sldNum" sz="quarter" idx="12"/>
          </p:nvPr>
        </p:nvSpPr>
        <p:spPr>
          <a:xfrm>
            <a:off x="8315117" y="6400800"/>
            <a:ext cx="600076"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200" b="1" i="0" u="none" strike="noStrike" cap="none">
                <a:solidFill>
                  <a:srgbClr val="FF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fld id="{AF0AC965-8C7E-4868-972E-912958CCF619}" type="slidenum">
              <a:rPr lang="en-US" smtClean="0"/>
              <a:pPr defTabSz="685800"/>
              <a:t>12</a:t>
            </a:fld>
            <a:endParaRPr lang="en-US" kern="1200" dirty="0">
              <a:latin typeface="Calibri"/>
              <a:ea typeface="+mn-ea"/>
              <a:cs typeface="+mn-cs"/>
            </a:endParaRPr>
          </a:p>
        </p:txBody>
      </p:sp>
      <p:pic>
        <p:nvPicPr>
          <p:cNvPr id="5" name="Picture 4">
            <a:extLst>
              <a:ext uri="{FF2B5EF4-FFF2-40B4-BE49-F238E27FC236}">
                <a16:creationId xmlns:a16="http://schemas.microsoft.com/office/drawing/2014/main" id="{D2F65FAF-5500-44FC-9057-224AC669BE0B}"/>
              </a:ext>
            </a:extLst>
          </p:cNvPr>
          <p:cNvPicPr>
            <a:picLocks noChangeAspect="1"/>
          </p:cNvPicPr>
          <p:nvPr/>
        </p:nvPicPr>
        <p:blipFill>
          <a:blip r:embed="rId2"/>
          <a:stretch>
            <a:fillRect/>
          </a:stretch>
        </p:blipFill>
        <p:spPr>
          <a:xfrm>
            <a:off x="6096000" y="1676400"/>
            <a:ext cx="1664903" cy="3699785"/>
          </a:xfrm>
          <a:prstGeom prst="rect">
            <a:avLst/>
          </a:prstGeom>
          <a:ln w="19050">
            <a:solidFill>
              <a:schemeClr val="tx1"/>
            </a:solidFill>
          </a:ln>
        </p:spPr>
      </p:pic>
      <p:sp>
        <p:nvSpPr>
          <p:cNvPr id="6" name="Content Placeholder 2">
            <a:extLst>
              <a:ext uri="{FF2B5EF4-FFF2-40B4-BE49-F238E27FC236}">
                <a16:creationId xmlns:a16="http://schemas.microsoft.com/office/drawing/2014/main" id="{901CBBDC-4C1E-4A21-865D-0318AFA6964E}"/>
              </a:ext>
            </a:extLst>
          </p:cNvPr>
          <p:cNvSpPr txBox="1">
            <a:spLocks/>
          </p:cNvSpPr>
          <p:nvPr/>
        </p:nvSpPr>
        <p:spPr>
          <a:xfrm>
            <a:off x="5452152" y="5500659"/>
            <a:ext cx="3092187" cy="1014963"/>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7: Giao </a:t>
            </a:r>
            <a:r>
              <a:rPr lang="en-US" sz="1500" i="1" dirty="0" err="1">
                <a:latin typeface="+mj-lt"/>
                <a:ea typeface="Arial" panose="020B0604020202020204" pitchFamily="34" charset="0"/>
              </a:rPr>
              <a:t>diện</a:t>
            </a:r>
            <a:r>
              <a:rPr lang="en-US" sz="1500" i="1" dirty="0">
                <a:latin typeface="+mj-lt"/>
                <a:ea typeface="Arial" panose="020B0604020202020204" pitchFamily="34" charset="0"/>
              </a:rPr>
              <a:t> </a:t>
            </a:r>
            <a:r>
              <a:rPr lang="en-US" sz="1500" i="1" dirty="0" err="1">
                <a:latin typeface="+mj-lt"/>
                <a:ea typeface="Arial" panose="020B0604020202020204" pitchFamily="34" charset="0"/>
              </a:rPr>
              <a:t>ứng</a:t>
            </a:r>
            <a:r>
              <a:rPr lang="en-US" sz="1500" i="1" dirty="0">
                <a:latin typeface="+mj-lt"/>
                <a:ea typeface="Arial" panose="020B0604020202020204" pitchFamily="34" charset="0"/>
              </a:rPr>
              <a:t> </a:t>
            </a:r>
            <a:r>
              <a:rPr lang="en-US" sz="1500" i="1" dirty="0" err="1">
                <a:latin typeface="+mj-lt"/>
                <a:ea typeface="Arial" panose="020B0604020202020204" pitchFamily="34" charset="0"/>
              </a:rPr>
              <a:t>dụng</a:t>
            </a:r>
            <a:r>
              <a:rPr lang="en-US" sz="1500" i="1" dirty="0">
                <a:latin typeface="+mj-lt"/>
                <a:ea typeface="Arial" panose="020B0604020202020204" pitchFamily="34" charset="0"/>
              </a:rPr>
              <a:t> </a:t>
            </a:r>
            <a:r>
              <a:rPr lang="en-US" sz="1500" i="1" dirty="0" err="1">
                <a:latin typeface="+mj-lt"/>
                <a:ea typeface="Arial" panose="020B0604020202020204" pitchFamily="34" charset="0"/>
              </a:rPr>
              <a:t>VnBEyes</a:t>
            </a:r>
            <a:endParaRPr lang="en-US" i="1" dirty="0">
              <a:latin typeface="+mj-lt"/>
            </a:endParaRPr>
          </a:p>
        </p:txBody>
      </p:sp>
    </p:spTree>
    <p:extLst>
      <p:ext uri="{BB962C8B-B14F-4D97-AF65-F5344CB8AC3E}">
        <p14:creationId xmlns:p14="http://schemas.microsoft.com/office/powerpoint/2010/main" val="18413997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B3F970E-F793-4044-8434-B8B8F9FE3A51}"/>
              </a:ext>
            </a:extLst>
          </p:cNvPr>
          <p:cNvPicPr>
            <a:picLocks noChangeAspect="1"/>
          </p:cNvPicPr>
          <p:nvPr/>
        </p:nvPicPr>
        <p:blipFill>
          <a:blip r:embed="rId2"/>
          <a:stretch>
            <a:fillRect/>
          </a:stretch>
        </p:blipFill>
        <p:spPr>
          <a:xfrm>
            <a:off x="4282302" y="3993874"/>
            <a:ext cx="4709298" cy="2613637"/>
          </a:xfrm>
          <a:prstGeom prst="rect">
            <a:avLst/>
          </a:prstGeom>
          <a:ln>
            <a:solidFill>
              <a:schemeClr val="tx1"/>
            </a:solidFill>
            <a:prstDash val="solid"/>
          </a:ln>
        </p:spPr>
      </p:pic>
      <p:pic>
        <p:nvPicPr>
          <p:cNvPr id="8" name="Picture 7">
            <a:extLst>
              <a:ext uri="{FF2B5EF4-FFF2-40B4-BE49-F238E27FC236}">
                <a16:creationId xmlns:a16="http://schemas.microsoft.com/office/drawing/2014/main" id="{144EFB4D-680B-4DD5-BB49-A8CB9B24D3FB}"/>
              </a:ext>
            </a:extLst>
          </p:cNvPr>
          <p:cNvPicPr>
            <a:picLocks noChangeAspect="1"/>
          </p:cNvPicPr>
          <p:nvPr/>
        </p:nvPicPr>
        <p:blipFill>
          <a:blip r:embed="rId3"/>
          <a:stretch>
            <a:fillRect/>
          </a:stretch>
        </p:blipFill>
        <p:spPr>
          <a:xfrm>
            <a:off x="4371473" y="1063930"/>
            <a:ext cx="4620127" cy="2810577"/>
          </a:xfrm>
          <a:prstGeom prst="rect">
            <a:avLst/>
          </a:prstGeom>
          <a:ln>
            <a:solidFill>
              <a:schemeClr val="tx1"/>
            </a:solidFill>
            <a:prstDash val="solid"/>
          </a:ln>
        </p:spPr>
      </p:pic>
      <p:sp>
        <p:nvSpPr>
          <p:cNvPr id="2" name="Title 1">
            <a:extLst>
              <a:ext uri="{FF2B5EF4-FFF2-40B4-BE49-F238E27FC236}">
                <a16:creationId xmlns:a16="http://schemas.microsoft.com/office/drawing/2014/main" id="{0074D436-F0A3-4F69-9BB3-06AB21ABCC95}"/>
              </a:ext>
            </a:extLst>
          </p:cNvPr>
          <p:cNvSpPr>
            <a:spLocks noGrp="1"/>
          </p:cNvSpPr>
          <p:nvPr>
            <p:ph type="title"/>
          </p:nvPr>
        </p:nvSpPr>
        <p:spPr>
          <a:xfrm>
            <a:off x="1142999" y="457200"/>
            <a:ext cx="7650329" cy="487363"/>
          </a:xfrm>
        </p:spPr>
        <p:txBody>
          <a:bodyPr/>
          <a:lstStyle/>
          <a:p>
            <a:r>
              <a:rPr lang="en-US" dirty="0" err="1"/>
              <a:t>Phù</a:t>
            </a:r>
            <a:r>
              <a:rPr lang="en-US" dirty="0"/>
              <a:t> </a:t>
            </a:r>
            <a:r>
              <a:rPr lang="en-US" dirty="0" err="1"/>
              <a:t>hợp</a:t>
            </a:r>
            <a:r>
              <a:rPr lang="en-US" dirty="0"/>
              <a:t> </a:t>
            </a:r>
            <a:r>
              <a:rPr lang="en-US" dirty="0" err="1"/>
              <a:t>với</a:t>
            </a:r>
            <a:r>
              <a:rPr lang="en-US" dirty="0"/>
              <a:t> </a:t>
            </a:r>
            <a:r>
              <a:rPr lang="en-US" dirty="0" err="1"/>
              <a:t>chủ</a:t>
            </a:r>
            <a:r>
              <a:rPr lang="en-US" dirty="0"/>
              <a:t> </a:t>
            </a:r>
            <a:r>
              <a:rPr lang="en-US" dirty="0" err="1"/>
              <a:t>trương</a:t>
            </a:r>
            <a:r>
              <a:rPr lang="en-US" dirty="0"/>
              <a:t> </a:t>
            </a:r>
            <a:r>
              <a:rPr lang="en-US" dirty="0" err="1"/>
              <a:t>của</a:t>
            </a:r>
            <a:r>
              <a:rPr lang="en-US" dirty="0"/>
              <a:t> UBND TPHCM</a:t>
            </a:r>
          </a:p>
        </p:txBody>
      </p:sp>
      <p:sp>
        <p:nvSpPr>
          <p:cNvPr id="3" name="Content Placeholder 2">
            <a:extLst>
              <a:ext uri="{FF2B5EF4-FFF2-40B4-BE49-F238E27FC236}">
                <a16:creationId xmlns:a16="http://schemas.microsoft.com/office/drawing/2014/main" id="{E4219EF3-44C0-410A-B585-9F37B3F95633}"/>
              </a:ext>
            </a:extLst>
          </p:cNvPr>
          <p:cNvSpPr>
            <a:spLocks noGrp="1"/>
          </p:cNvSpPr>
          <p:nvPr>
            <p:ph idx="1"/>
          </p:nvPr>
        </p:nvSpPr>
        <p:spPr>
          <a:xfrm>
            <a:off x="152400" y="1063930"/>
            <a:ext cx="3931631" cy="5410201"/>
          </a:xfrm>
        </p:spPr>
        <p:txBody>
          <a:bodyPr/>
          <a:lstStyle/>
          <a:p>
            <a:r>
              <a:rPr lang="en-US" sz="1800" dirty="0" err="1"/>
              <a:t>Phù</a:t>
            </a:r>
            <a:r>
              <a:rPr lang="en-US" sz="1800" dirty="0"/>
              <a:t> </a:t>
            </a:r>
            <a:r>
              <a:rPr lang="en-US" sz="1800" dirty="0" err="1"/>
              <a:t>hợp</a:t>
            </a:r>
            <a:r>
              <a:rPr lang="en-US" sz="1800" dirty="0"/>
              <a:t> </a:t>
            </a:r>
            <a:r>
              <a:rPr lang="en-US" sz="1800" dirty="0" err="1"/>
              <a:t>chương</a:t>
            </a:r>
            <a:r>
              <a:rPr lang="en-US" sz="1800" dirty="0"/>
              <a:t> </a:t>
            </a:r>
            <a:r>
              <a:rPr lang="en-US" sz="1800" dirty="0" err="1"/>
              <a:t>trình</a:t>
            </a:r>
            <a:r>
              <a:rPr lang="en-US" sz="1800" dirty="0"/>
              <a:t> </a:t>
            </a:r>
            <a:r>
              <a:rPr lang="en-US" sz="1800" dirty="0" err="1"/>
              <a:t>nâng</a:t>
            </a:r>
            <a:r>
              <a:rPr lang="en-US" sz="1800" dirty="0"/>
              <a:t> </a:t>
            </a:r>
            <a:r>
              <a:rPr lang="en-US" sz="1800" dirty="0" err="1"/>
              <a:t>cao</a:t>
            </a:r>
            <a:r>
              <a:rPr lang="en-US" sz="1800" dirty="0"/>
              <a:t> </a:t>
            </a:r>
            <a:r>
              <a:rPr lang="en-US" sz="1800" dirty="0" err="1"/>
              <a:t>chất</a:t>
            </a:r>
            <a:r>
              <a:rPr lang="en-US" sz="1800" dirty="0"/>
              <a:t> </a:t>
            </a:r>
            <a:r>
              <a:rPr lang="en-US" sz="1800" dirty="0" err="1"/>
              <a:t>lượng</a:t>
            </a:r>
            <a:r>
              <a:rPr lang="en-US" sz="1800" dirty="0"/>
              <a:t> </a:t>
            </a:r>
            <a:r>
              <a:rPr lang="en-US" sz="1800" dirty="0" err="1"/>
              <a:t>bảo</a:t>
            </a:r>
            <a:r>
              <a:rPr lang="en-US" sz="1800" dirty="0"/>
              <a:t> </a:t>
            </a:r>
            <a:r>
              <a:rPr lang="en-US" sz="1800" dirty="0" err="1"/>
              <a:t>vệ</a:t>
            </a:r>
            <a:r>
              <a:rPr lang="en-US" sz="1800" dirty="0"/>
              <a:t>, </a:t>
            </a:r>
            <a:r>
              <a:rPr lang="en-US" sz="1800" dirty="0" err="1"/>
              <a:t>chăm</a:t>
            </a:r>
            <a:r>
              <a:rPr lang="en-US" sz="1800" dirty="0"/>
              <a:t> </a:t>
            </a:r>
            <a:r>
              <a:rPr lang="en-US" sz="1800" dirty="0" err="1"/>
              <a:t>sóc</a:t>
            </a:r>
            <a:r>
              <a:rPr lang="en-US" sz="1800" dirty="0"/>
              <a:t> </a:t>
            </a:r>
            <a:r>
              <a:rPr lang="en-US" sz="1800" dirty="0" err="1"/>
              <a:t>sức</a:t>
            </a:r>
            <a:r>
              <a:rPr lang="en-US" sz="1800" dirty="0"/>
              <a:t> </a:t>
            </a:r>
            <a:r>
              <a:rPr lang="en-US" sz="1800" dirty="0" err="1"/>
              <a:t>khỏe</a:t>
            </a:r>
            <a:r>
              <a:rPr lang="en-US" sz="1800" dirty="0"/>
              <a:t> </a:t>
            </a:r>
            <a:r>
              <a:rPr lang="en-US" sz="1800" dirty="0" err="1"/>
              <a:t>người</a:t>
            </a:r>
            <a:r>
              <a:rPr lang="en-US" sz="1800" dirty="0"/>
              <a:t> </a:t>
            </a:r>
            <a:r>
              <a:rPr lang="en-US" sz="1800" dirty="0" err="1"/>
              <a:t>có</a:t>
            </a:r>
            <a:r>
              <a:rPr lang="en-US" sz="1800" dirty="0"/>
              <a:t> công </a:t>
            </a:r>
            <a:r>
              <a:rPr lang="en-US" sz="1800" dirty="0" err="1"/>
              <a:t>với</a:t>
            </a:r>
            <a:r>
              <a:rPr lang="en-US" sz="1800" dirty="0"/>
              <a:t> </a:t>
            </a:r>
            <a:r>
              <a:rPr lang="en-US" sz="1800" dirty="0" err="1"/>
              <a:t>cách</a:t>
            </a:r>
            <a:r>
              <a:rPr lang="en-US" sz="1800" dirty="0"/>
              <a:t> </a:t>
            </a:r>
            <a:r>
              <a:rPr lang="en-US" sz="1800" dirty="0" err="1"/>
              <a:t>mạng</a:t>
            </a:r>
            <a:r>
              <a:rPr lang="en-US" sz="1800" dirty="0"/>
              <a:t>, </a:t>
            </a:r>
            <a:r>
              <a:rPr lang="en-US" sz="1800" dirty="0" err="1"/>
              <a:t>người</a:t>
            </a:r>
            <a:r>
              <a:rPr lang="en-US" sz="1800" dirty="0"/>
              <a:t> </a:t>
            </a:r>
            <a:r>
              <a:rPr lang="en-US" sz="1800" dirty="0" err="1"/>
              <a:t>cao</a:t>
            </a:r>
            <a:r>
              <a:rPr lang="en-US" sz="1800" dirty="0"/>
              <a:t> </a:t>
            </a:r>
            <a:r>
              <a:rPr lang="en-US" sz="1800" dirty="0" err="1"/>
              <a:t>tuổi</a:t>
            </a:r>
            <a:r>
              <a:rPr lang="en-US" sz="1800" dirty="0"/>
              <a:t>, </a:t>
            </a:r>
            <a:r>
              <a:rPr lang="en-US" sz="1800" dirty="0" err="1"/>
              <a:t>trẻ</a:t>
            </a:r>
            <a:r>
              <a:rPr lang="en-US" sz="1800" dirty="0"/>
              <a:t> </a:t>
            </a:r>
            <a:r>
              <a:rPr lang="en-US" sz="1800" dirty="0" err="1"/>
              <a:t>em</a:t>
            </a:r>
            <a:r>
              <a:rPr lang="en-US" sz="1800" dirty="0"/>
              <a:t>, </a:t>
            </a:r>
            <a:r>
              <a:rPr lang="en-US" sz="1800" dirty="0" err="1"/>
              <a:t>người</a:t>
            </a:r>
            <a:r>
              <a:rPr lang="en-US" sz="1800" dirty="0"/>
              <a:t> </a:t>
            </a:r>
            <a:r>
              <a:rPr lang="en-US" sz="1800" dirty="0" err="1"/>
              <a:t>khuyết</a:t>
            </a:r>
            <a:r>
              <a:rPr lang="en-US" sz="1800" dirty="0"/>
              <a:t> </a:t>
            </a:r>
            <a:r>
              <a:rPr lang="en-US" sz="1800" dirty="0" err="1"/>
              <a:t>tật</a:t>
            </a:r>
            <a:r>
              <a:rPr lang="en-US" sz="1800" dirty="0"/>
              <a:t> </a:t>
            </a:r>
            <a:r>
              <a:rPr lang="en-US" sz="1800" dirty="0" err="1"/>
              <a:t>và</a:t>
            </a:r>
            <a:r>
              <a:rPr lang="en-US" sz="1800" dirty="0"/>
              <a:t> </a:t>
            </a:r>
            <a:r>
              <a:rPr lang="en-US" sz="1800" dirty="0" err="1"/>
              <a:t>các</a:t>
            </a:r>
            <a:r>
              <a:rPr lang="en-US" sz="1800" dirty="0"/>
              <a:t> </a:t>
            </a:r>
            <a:r>
              <a:rPr lang="en-US" sz="1800" dirty="0" err="1"/>
              <a:t>đối</a:t>
            </a:r>
            <a:r>
              <a:rPr lang="en-US" sz="1800" dirty="0"/>
              <a:t> </a:t>
            </a:r>
            <a:r>
              <a:rPr lang="en-US" sz="1800" dirty="0" err="1"/>
              <a:t>tượng</a:t>
            </a:r>
            <a:r>
              <a:rPr lang="en-US" sz="1800" dirty="0"/>
              <a:t> </a:t>
            </a:r>
            <a:r>
              <a:rPr lang="en-US" sz="1800" dirty="0" err="1"/>
              <a:t>cần</a:t>
            </a:r>
            <a:r>
              <a:rPr lang="en-US" sz="1800" dirty="0"/>
              <a:t> </a:t>
            </a:r>
            <a:r>
              <a:rPr lang="en-US" sz="1800" dirty="0" err="1"/>
              <a:t>trợ</a:t>
            </a:r>
            <a:r>
              <a:rPr lang="en-US" sz="1800" dirty="0"/>
              <a:t> </a:t>
            </a:r>
            <a:r>
              <a:rPr lang="en-US" sz="1800" dirty="0" err="1"/>
              <a:t>giúp</a:t>
            </a:r>
            <a:r>
              <a:rPr lang="en-US" sz="1800" dirty="0"/>
              <a:t> </a:t>
            </a:r>
            <a:r>
              <a:rPr lang="en-US" sz="1800" dirty="0" err="1"/>
              <a:t>xã</a:t>
            </a:r>
            <a:r>
              <a:rPr lang="en-US" sz="1800" dirty="0"/>
              <a:t> </a:t>
            </a:r>
            <a:r>
              <a:rPr lang="en-US" sz="1800" dirty="0" err="1"/>
              <a:t>hội</a:t>
            </a:r>
            <a:endParaRPr lang="en-US" sz="1800" dirty="0"/>
          </a:p>
          <a:p>
            <a:r>
              <a:rPr lang="en-US" sz="1800" dirty="0" err="1"/>
              <a:t>Phù</a:t>
            </a:r>
            <a:r>
              <a:rPr lang="en-US" sz="1800" dirty="0"/>
              <a:t> </a:t>
            </a:r>
            <a:r>
              <a:rPr lang="en-US" sz="1800" dirty="0" err="1"/>
              <a:t>hợp</a:t>
            </a:r>
            <a:r>
              <a:rPr lang="en-US" sz="1800" dirty="0"/>
              <a:t> </a:t>
            </a:r>
            <a:r>
              <a:rPr lang="en-US" sz="1800" dirty="0" err="1"/>
              <a:t>với</a:t>
            </a:r>
            <a:r>
              <a:rPr lang="en-US" sz="1800" dirty="0"/>
              <a:t> </a:t>
            </a:r>
            <a:r>
              <a:rPr lang="en-US" sz="1800" dirty="0" err="1"/>
              <a:t>Chương</a:t>
            </a:r>
            <a:r>
              <a:rPr lang="en-US" sz="1800" dirty="0"/>
              <a:t> </a:t>
            </a:r>
            <a:r>
              <a:rPr lang="en-US" sz="1800" dirty="0" err="1"/>
              <a:t>trình</a:t>
            </a:r>
            <a:r>
              <a:rPr lang="en-US" sz="1800" dirty="0"/>
              <a:t> NCKH – </a:t>
            </a:r>
            <a:r>
              <a:rPr lang="en-US" sz="1800" dirty="0" err="1"/>
              <a:t>Phát</a:t>
            </a:r>
            <a:r>
              <a:rPr lang="en-US" sz="1800" dirty="0"/>
              <a:t> </a:t>
            </a:r>
            <a:r>
              <a:rPr lang="en-US" sz="1800" dirty="0" err="1"/>
              <a:t>triển</a:t>
            </a:r>
            <a:r>
              <a:rPr lang="en-US" sz="1800" dirty="0"/>
              <a:t> công </a:t>
            </a:r>
            <a:r>
              <a:rPr lang="en-US" sz="1800" dirty="0" err="1"/>
              <a:t>nghệ</a:t>
            </a:r>
            <a:r>
              <a:rPr lang="en-US" sz="1800" dirty="0"/>
              <a:t> </a:t>
            </a:r>
            <a:r>
              <a:rPr lang="en-US" sz="1800" dirty="0" err="1"/>
              <a:t>và</a:t>
            </a:r>
            <a:r>
              <a:rPr lang="en-US" sz="1800" dirty="0"/>
              <a:t> </a:t>
            </a:r>
            <a:r>
              <a:rPr lang="en-US" sz="1800" dirty="0" err="1"/>
              <a:t>nâng</a:t>
            </a:r>
            <a:r>
              <a:rPr lang="en-US" sz="1800" dirty="0"/>
              <a:t> </a:t>
            </a:r>
            <a:r>
              <a:rPr lang="en-US" sz="1800" dirty="0" err="1"/>
              <a:t>cao</a:t>
            </a:r>
            <a:r>
              <a:rPr lang="en-US" sz="1800" dirty="0"/>
              <a:t> </a:t>
            </a:r>
            <a:r>
              <a:rPr lang="en-US" sz="1800" dirty="0" err="1"/>
              <a:t>tiềm</a:t>
            </a:r>
            <a:r>
              <a:rPr lang="en-US" sz="1800" dirty="0"/>
              <a:t> </a:t>
            </a:r>
            <a:r>
              <a:rPr lang="en-US" sz="1800" dirty="0" err="1"/>
              <a:t>lực</a:t>
            </a:r>
            <a:r>
              <a:rPr lang="en-US" sz="1800" dirty="0"/>
              <a:t> KHCN</a:t>
            </a:r>
          </a:p>
        </p:txBody>
      </p:sp>
      <p:sp>
        <p:nvSpPr>
          <p:cNvPr id="4" name="Slide Number Placeholder 3">
            <a:extLst>
              <a:ext uri="{FF2B5EF4-FFF2-40B4-BE49-F238E27FC236}">
                <a16:creationId xmlns:a16="http://schemas.microsoft.com/office/drawing/2014/main" id="{4CA76E56-A04B-4A65-B3D8-1D04FA90486F}"/>
              </a:ext>
            </a:extLst>
          </p:cNvPr>
          <p:cNvSpPr>
            <a:spLocks noGrp="1"/>
          </p:cNvSpPr>
          <p:nvPr>
            <p:ph type="sldNum" sz="quarter" idx="11"/>
          </p:nvPr>
        </p:nvSpPr>
        <p:spPr/>
        <p:txBody>
          <a:bodyPr/>
          <a:lstStyle/>
          <a:p>
            <a:pPr>
              <a:defRPr/>
            </a:pPr>
            <a:fld id="{E9BFE15A-3346-4571-882B-EB624BC8BD4C}" type="slidenum">
              <a:rPr lang="en-US" smtClean="0"/>
              <a:pPr>
                <a:defRPr/>
              </a:pPr>
              <a:t>13</a:t>
            </a:fld>
            <a:endParaRPr lang="en-US" dirty="0"/>
          </a:p>
        </p:txBody>
      </p:sp>
    </p:spTree>
    <p:extLst>
      <p:ext uri="{BB962C8B-B14F-4D97-AF65-F5344CB8AC3E}">
        <p14:creationId xmlns:p14="http://schemas.microsoft.com/office/powerpoint/2010/main" val="23090485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148DCDE8-51E8-4F8A-9B6B-4451A695FB4A}"/>
              </a:ext>
            </a:extLst>
          </p:cNvPr>
          <p:cNvSpPr/>
          <p:nvPr/>
        </p:nvSpPr>
        <p:spPr>
          <a:xfrm>
            <a:off x="3150874" y="3505202"/>
            <a:ext cx="405993" cy="405993"/>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3" name="Shape 2">
            <a:extLst>
              <a:ext uri="{FF2B5EF4-FFF2-40B4-BE49-F238E27FC236}">
                <a16:creationId xmlns:a16="http://schemas.microsoft.com/office/drawing/2014/main" id="{E349CA4C-9C07-4EF3-B713-3DA6065C95A2}"/>
              </a:ext>
            </a:extLst>
          </p:cNvPr>
          <p:cNvSpPr/>
          <p:nvPr/>
        </p:nvSpPr>
        <p:spPr>
          <a:xfrm>
            <a:off x="304800" y="1243012"/>
            <a:ext cx="8458200" cy="5286374"/>
          </a:xfrm>
          <a:prstGeom prst="swooshArrow">
            <a:avLst>
              <a:gd name="adj1" fmla="val 25000"/>
              <a:gd name="adj2" fmla="val 25000"/>
            </a:avLst>
          </a:prstGeom>
          <a:scene3d>
            <a:camera prst="orthographicFront"/>
            <a:lightRig rig="threePt" dir="t">
              <a:rot lat="0" lon="0" rev="7500000"/>
            </a:lightRig>
          </a:scene3d>
          <a:sp3d z="-152400" extrusionH="63500" prstMaterial="matte">
            <a:bevelT w="144450" h="6350" prst="relaxedInset"/>
            <a:contourClr>
              <a:schemeClr val="bg1"/>
            </a:contourClr>
          </a:sp3d>
        </p:spPr>
        <p:style>
          <a:lnRef idx="0">
            <a:schemeClr val="dk1">
              <a:hueOff val="0"/>
              <a:satOff val="0"/>
              <a:lumOff val="0"/>
              <a:alphaOff val="0"/>
            </a:schemeClr>
          </a:lnRef>
          <a:fillRef idx="3">
            <a:schemeClr val="accent2">
              <a:tint val="55000"/>
              <a:hueOff val="0"/>
              <a:satOff val="0"/>
              <a:lumOff val="0"/>
              <a:alphaOff val="0"/>
            </a:schemeClr>
          </a:fillRef>
          <a:effectRef idx="0">
            <a:schemeClr val="accent2">
              <a:tint val="5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Oval 6">
            <a:extLst>
              <a:ext uri="{FF2B5EF4-FFF2-40B4-BE49-F238E27FC236}">
                <a16:creationId xmlns:a16="http://schemas.microsoft.com/office/drawing/2014/main" id="{B6E293A5-CB6D-43C9-B2A4-D043A263AC84}"/>
              </a:ext>
            </a:extLst>
          </p:cNvPr>
          <p:cNvSpPr/>
          <p:nvPr/>
        </p:nvSpPr>
        <p:spPr>
          <a:xfrm>
            <a:off x="2190978" y="4162148"/>
            <a:ext cx="304495" cy="304495"/>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894E5C4B-125F-4FF5-98DF-E84C69E1C8AE}"/>
              </a:ext>
            </a:extLst>
          </p:cNvPr>
          <p:cNvSpPr/>
          <p:nvPr/>
        </p:nvSpPr>
        <p:spPr>
          <a:xfrm>
            <a:off x="4289958" y="2973399"/>
            <a:ext cx="521208" cy="52120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33FFB187-549F-4335-BBD4-BC941C6260A3}"/>
              </a:ext>
            </a:extLst>
          </p:cNvPr>
          <p:cNvSpPr/>
          <p:nvPr/>
        </p:nvSpPr>
        <p:spPr>
          <a:xfrm>
            <a:off x="3148420" y="3514201"/>
            <a:ext cx="402336" cy="402336"/>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6" name="Oval 25">
            <a:extLst>
              <a:ext uri="{FF2B5EF4-FFF2-40B4-BE49-F238E27FC236}">
                <a16:creationId xmlns:a16="http://schemas.microsoft.com/office/drawing/2014/main" id="{4BCB4629-5D73-44A3-A95B-92EC9E799471}"/>
              </a:ext>
            </a:extLst>
          </p:cNvPr>
          <p:cNvSpPr/>
          <p:nvPr/>
        </p:nvSpPr>
        <p:spPr>
          <a:xfrm>
            <a:off x="2193721" y="4156487"/>
            <a:ext cx="301752" cy="301752"/>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37901" name="Rectangle 2"/>
          <p:cNvSpPr>
            <a:spLocks noGrp="1" noChangeArrowheads="1"/>
          </p:cNvSpPr>
          <p:nvPr>
            <p:ph type="title"/>
          </p:nvPr>
        </p:nvSpPr>
        <p:spPr>
          <a:xfrm>
            <a:off x="1143000" y="457200"/>
            <a:ext cx="8229600" cy="487363"/>
          </a:xfrm>
        </p:spPr>
        <p:txBody>
          <a:bodyPr/>
          <a:lstStyle/>
          <a:p>
            <a:pPr algn="ctr" eaLnBrk="1" hangingPunct="1"/>
            <a:r>
              <a:rPr lang="en-US" sz="3000" dirty="0" err="1">
                <a:latin typeface="Arial" panose="020B0604020202020204" pitchFamily="34" charset="0"/>
                <a:cs typeface="Arial" panose="020B0604020202020204" pitchFamily="34" charset="0"/>
              </a:rPr>
              <a:t>Nội</a:t>
            </a:r>
            <a:r>
              <a:rPr lang="en-US" sz="3000" dirty="0">
                <a:latin typeface="Arial" panose="020B0604020202020204" pitchFamily="34" charset="0"/>
                <a:cs typeface="Arial" panose="020B0604020202020204" pitchFamily="34" charset="0"/>
              </a:rPr>
              <a:t> dung </a:t>
            </a:r>
            <a:r>
              <a:rPr lang="en-US" sz="3000" dirty="0" err="1">
                <a:latin typeface="Arial" panose="020B0604020202020204" pitchFamily="34" charset="0"/>
                <a:cs typeface="Arial" panose="020B0604020202020204" pitchFamily="34" charset="0"/>
              </a:rPr>
              <a:t>báo</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cáo</a:t>
            </a:r>
            <a:endParaRPr lang="en-US" sz="3000" dirty="0">
              <a:solidFill>
                <a:srgbClr val="FFFF00"/>
              </a:solidFill>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CEA578AA-570F-4119-A445-74E875F5C0BE}"/>
              </a:ext>
            </a:extLst>
          </p:cNvPr>
          <p:cNvSpPr/>
          <p:nvPr/>
        </p:nvSpPr>
        <p:spPr>
          <a:xfrm>
            <a:off x="1137932" y="5173960"/>
            <a:ext cx="194538" cy="19453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0"/>
              <a:satOff val="0"/>
              <a:lumOff val="0"/>
              <a:alphaOff val="0"/>
            </a:schemeClr>
          </a:fillRef>
          <a:effectRef idx="2">
            <a:schemeClr val="accent2">
              <a:shade val="50000"/>
              <a:hueOff val="0"/>
              <a:satOff val="0"/>
              <a:lumOff val="0"/>
              <a:alphaOff val="0"/>
            </a:schemeClr>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08FC6911-3B88-45CC-94AD-D3FDFFA7184E}"/>
              </a:ext>
            </a:extLst>
          </p:cNvPr>
          <p:cNvSpPr/>
          <p:nvPr/>
        </p:nvSpPr>
        <p:spPr>
          <a:xfrm>
            <a:off x="4302863" y="2971799"/>
            <a:ext cx="524408" cy="524408"/>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3AC38CDC-ECB6-4324-8101-9A2830C8103A}"/>
              </a:ext>
            </a:extLst>
          </p:cNvPr>
          <p:cNvSpPr/>
          <p:nvPr/>
        </p:nvSpPr>
        <p:spPr>
          <a:xfrm>
            <a:off x="7418074" y="2209799"/>
            <a:ext cx="668197" cy="668197"/>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65A5CD82-35DA-4E4F-98DC-C59B160297A6}"/>
              </a:ext>
            </a:extLst>
          </p:cNvPr>
          <p:cNvSpPr/>
          <p:nvPr/>
        </p:nvSpPr>
        <p:spPr>
          <a:xfrm>
            <a:off x="5792840" y="2455996"/>
            <a:ext cx="594360" cy="594360"/>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202852"/>
              <a:satOff val="-11227"/>
              <a:lumOff val="20265"/>
              <a:alphaOff val="0"/>
            </a:schemeClr>
          </a:fillRef>
          <a:effectRef idx="2">
            <a:schemeClr val="accent2">
              <a:shade val="50000"/>
              <a:hueOff val="-202852"/>
              <a:satOff val="-11227"/>
              <a:lumOff val="20265"/>
              <a:alphaOff val="0"/>
            </a:schemeClr>
          </a:effectRef>
          <a:fontRef idx="minor">
            <a:schemeClr val="lt1"/>
          </a:fontRef>
        </p:style>
        <p:txBody>
          <a:bodyPr/>
          <a:lstStyle/>
          <a:p>
            <a:endParaRPr lang="en-US"/>
          </a:p>
        </p:txBody>
      </p:sp>
      <p:sp>
        <p:nvSpPr>
          <p:cNvPr id="22" name="Oval 21">
            <a:extLst>
              <a:ext uri="{FF2B5EF4-FFF2-40B4-BE49-F238E27FC236}">
                <a16:creationId xmlns:a16="http://schemas.microsoft.com/office/drawing/2014/main" id="{8F0493CA-311F-4B8F-B635-7F077D7F7489}"/>
              </a:ext>
            </a:extLst>
          </p:cNvPr>
          <p:cNvSpPr/>
          <p:nvPr/>
        </p:nvSpPr>
        <p:spPr>
          <a:xfrm>
            <a:off x="5791200" y="2438400"/>
            <a:ext cx="594360" cy="594360"/>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3" name="Oval 22">
            <a:extLst>
              <a:ext uri="{FF2B5EF4-FFF2-40B4-BE49-F238E27FC236}">
                <a16:creationId xmlns:a16="http://schemas.microsoft.com/office/drawing/2014/main" id="{25140D34-EC2B-43CE-B976-3DB6D35F4A85}"/>
              </a:ext>
            </a:extLst>
          </p:cNvPr>
          <p:cNvSpPr/>
          <p:nvPr/>
        </p:nvSpPr>
        <p:spPr>
          <a:xfrm>
            <a:off x="7418759" y="2197232"/>
            <a:ext cx="667512" cy="667512"/>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7" name="Oval 26">
            <a:extLst>
              <a:ext uri="{FF2B5EF4-FFF2-40B4-BE49-F238E27FC236}">
                <a16:creationId xmlns:a16="http://schemas.microsoft.com/office/drawing/2014/main" id="{73CDB11A-5C7F-4D5E-86B1-3AAC74D5D66C}"/>
              </a:ext>
            </a:extLst>
          </p:cNvPr>
          <p:cNvSpPr/>
          <p:nvPr/>
        </p:nvSpPr>
        <p:spPr>
          <a:xfrm>
            <a:off x="1139763" y="5173960"/>
            <a:ext cx="192024" cy="192024"/>
          </a:xfrm>
          <a:prstGeom prst="ellipse">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405705"/>
              <a:satOff val="-22454"/>
              <a:lumOff val="40530"/>
              <a:alphaOff val="0"/>
            </a:schemeClr>
          </a:fillRef>
          <a:effectRef idx="2">
            <a:schemeClr val="accent2">
              <a:shade val="50000"/>
              <a:hueOff val="-405705"/>
              <a:satOff val="-22454"/>
              <a:lumOff val="40530"/>
              <a:alphaOff val="0"/>
            </a:schemeClr>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A90FF45A-7F28-4E1F-B539-F267B8F60E5B}"/>
              </a:ext>
            </a:extLst>
          </p:cNvPr>
          <p:cNvSpPr>
            <a:spLocks noGrp="1"/>
          </p:cNvSpPr>
          <p:nvPr>
            <p:ph type="sldNum" sz="quarter" idx="11"/>
          </p:nvPr>
        </p:nvSpPr>
        <p:spPr/>
        <p:txBody>
          <a:bodyPr/>
          <a:lstStyle/>
          <a:p>
            <a:pPr>
              <a:defRPr/>
            </a:pPr>
            <a:fld id="{87BA42B7-A03A-4E76-A070-C9884681A202}" type="slidenum">
              <a:rPr lang="en-US" smtClean="0"/>
              <a:pPr>
                <a:defRPr/>
              </a:pPr>
              <a:t>14</a:t>
            </a:fld>
            <a:endParaRPr lang="en-US"/>
          </a:p>
        </p:txBody>
      </p:sp>
      <p:sp>
        <p:nvSpPr>
          <p:cNvPr id="28" name="Freeform: Shape 27">
            <a:extLst>
              <a:ext uri="{FF2B5EF4-FFF2-40B4-BE49-F238E27FC236}">
                <a16:creationId xmlns:a16="http://schemas.microsoft.com/office/drawing/2014/main" id="{3C28E270-9D80-4E74-B0BB-4A30BF0CEB86}"/>
              </a:ext>
            </a:extLst>
          </p:cNvPr>
          <p:cNvSpPr/>
          <p:nvPr/>
        </p:nvSpPr>
        <p:spPr>
          <a:xfrm>
            <a:off x="612422" y="3509133"/>
            <a:ext cx="2163238" cy="1000989"/>
          </a:xfrm>
          <a:custGeom>
            <a:avLst/>
            <a:gdLst>
              <a:gd name="connsiteX0" fmla="*/ 0 w 2113711"/>
              <a:gd name="connsiteY0" fmla="*/ 0 h 1000989"/>
              <a:gd name="connsiteX1" fmla="*/ 2113711 w 2113711"/>
              <a:gd name="connsiteY1" fmla="*/ 0 h 1000989"/>
              <a:gd name="connsiteX2" fmla="*/ 2113711 w 2113711"/>
              <a:gd name="connsiteY2" fmla="*/ 1000989 h 1000989"/>
              <a:gd name="connsiteX3" fmla="*/ 0 w 2113711"/>
              <a:gd name="connsiteY3" fmla="*/ 1000989 h 1000989"/>
              <a:gd name="connsiteX4" fmla="*/ 0 w 2113711"/>
              <a:gd name="connsiteY4" fmla="*/ 0 h 10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3711" h="1000989">
                <a:moveTo>
                  <a:pt x="0" y="0"/>
                </a:moveTo>
                <a:lnTo>
                  <a:pt x="2113711" y="0"/>
                </a:lnTo>
                <a:lnTo>
                  <a:pt x="2113711" y="1000989"/>
                </a:lnTo>
                <a:lnTo>
                  <a:pt x="0" y="100098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3082"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85000"/>
                  </a:schemeClr>
                </a:solidFill>
                <a:latin typeface="+mj-lt"/>
              </a:rPr>
              <a:t>2. </a:t>
            </a:r>
            <a:r>
              <a:rPr lang="en-US" sz="1800" b="1" kern="1200" dirty="0" err="1">
                <a:solidFill>
                  <a:schemeClr val="bg1">
                    <a:lumMod val="85000"/>
                  </a:schemeClr>
                </a:solidFill>
                <a:latin typeface="+mj-lt"/>
              </a:rPr>
              <a:t>Tổng</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quan</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và</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tính</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cấp</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thiết</a:t>
            </a:r>
            <a:endParaRPr lang="en-US" sz="1800" b="1" kern="1200" dirty="0">
              <a:solidFill>
                <a:schemeClr val="bg1">
                  <a:lumMod val="85000"/>
                </a:schemeClr>
              </a:solidFill>
              <a:latin typeface="+mj-lt"/>
            </a:endParaRPr>
          </a:p>
        </p:txBody>
      </p:sp>
      <p:sp>
        <p:nvSpPr>
          <p:cNvPr id="29" name="Freeform: Shape 28">
            <a:extLst>
              <a:ext uri="{FF2B5EF4-FFF2-40B4-BE49-F238E27FC236}">
                <a16:creationId xmlns:a16="http://schemas.microsoft.com/office/drawing/2014/main" id="{85790A5B-8AD2-4CDC-9128-8C06586C07DA}"/>
              </a:ext>
            </a:extLst>
          </p:cNvPr>
          <p:cNvSpPr/>
          <p:nvPr/>
        </p:nvSpPr>
        <p:spPr>
          <a:xfrm>
            <a:off x="2775660" y="4267204"/>
            <a:ext cx="2002092" cy="914392"/>
          </a:xfrm>
          <a:custGeom>
            <a:avLst/>
            <a:gdLst>
              <a:gd name="connsiteX0" fmla="*/ 0 w 2002092"/>
              <a:gd name="connsiteY0" fmla="*/ 0 h 914392"/>
              <a:gd name="connsiteX1" fmla="*/ 2002092 w 2002092"/>
              <a:gd name="connsiteY1" fmla="*/ 0 h 914392"/>
              <a:gd name="connsiteX2" fmla="*/ 2002092 w 2002092"/>
              <a:gd name="connsiteY2" fmla="*/ 914392 h 914392"/>
              <a:gd name="connsiteX3" fmla="*/ 0 w 2002092"/>
              <a:gd name="connsiteY3" fmla="*/ 914392 h 914392"/>
              <a:gd name="connsiteX4" fmla="*/ 0 w 2002092"/>
              <a:gd name="connsiteY4" fmla="*/ 0 h 91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2092" h="914392">
                <a:moveTo>
                  <a:pt x="0" y="0"/>
                </a:moveTo>
                <a:lnTo>
                  <a:pt x="2002092" y="0"/>
                </a:lnTo>
                <a:lnTo>
                  <a:pt x="2002092" y="914392"/>
                </a:lnTo>
                <a:lnTo>
                  <a:pt x="0" y="91439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1346" tIns="0" rIns="0" bIns="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j-lt"/>
              </a:rPr>
              <a:t>3. </a:t>
            </a:r>
            <a:r>
              <a:rPr lang="en-US" sz="1800" b="1" kern="1200" dirty="0" err="1">
                <a:latin typeface="+mj-lt"/>
              </a:rPr>
              <a:t>Nội</a:t>
            </a:r>
            <a:r>
              <a:rPr lang="en-US" sz="1800" b="1" kern="1200" dirty="0">
                <a:latin typeface="+mj-lt"/>
              </a:rPr>
              <a:t> dung, Phương </a:t>
            </a:r>
            <a:r>
              <a:rPr lang="en-US" sz="1800" b="1" kern="1200" dirty="0" err="1">
                <a:latin typeface="+mj-lt"/>
              </a:rPr>
              <a:t>pháp</a:t>
            </a:r>
            <a:r>
              <a:rPr lang="en-US" sz="1800" b="1" kern="1200" dirty="0">
                <a:latin typeface="+mj-lt"/>
              </a:rPr>
              <a:t> </a:t>
            </a:r>
            <a:r>
              <a:rPr lang="en-US" sz="1800" b="1" kern="1200" dirty="0" err="1">
                <a:latin typeface="+mj-lt"/>
              </a:rPr>
              <a:t>nghiên</a:t>
            </a:r>
            <a:r>
              <a:rPr lang="en-US" sz="1800" b="1" kern="1200" dirty="0">
                <a:latin typeface="+mj-lt"/>
              </a:rPr>
              <a:t> </a:t>
            </a:r>
            <a:r>
              <a:rPr lang="en-US" sz="1800" b="1" kern="1200" dirty="0" err="1">
                <a:latin typeface="+mj-lt"/>
              </a:rPr>
              <a:t>cứu</a:t>
            </a:r>
            <a:endParaRPr lang="en-US" sz="1800" b="1" kern="1200" dirty="0">
              <a:latin typeface="+mj-lt"/>
            </a:endParaRPr>
          </a:p>
        </p:txBody>
      </p:sp>
      <p:sp>
        <p:nvSpPr>
          <p:cNvPr id="30" name="Freeform: Shape 29">
            <a:extLst>
              <a:ext uri="{FF2B5EF4-FFF2-40B4-BE49-F238E27FC236}">
                <a16:creationId xmlns:a16="http://schemas.microsoft.com/office/drawing/2014/main" id="{4699A3DC-E711-4E4B-AB93-48DDA9FDC982}"/>
              </a:ext>
            </a:extLst>
          </p:cNvPr>
          <p:cNvSpPr/>
          <p:nvPr/>
        </p:nvSpPr>
        <p:spPr>
          <a:xfrm>
            <a:off x="3218012" y="2153204"/>
            <a:ext cx="2285993" cy="1189773"/>
          </a:xfrm>
          <a:custGeom>
            <a:avLst/>
            <a:gdLst>
              <a:gd name="connsiteX0" fmla="*/ 0 w 2285993"/>
              <a:gd name="connsiteY0" fmla="*/ 0 h 1189773"/>
              <a:gd name="connsiteX1" fmla="*/ 2285993 w 2285993"/>
              <a:gd name="connsiteY1" fmla="*/ 0 h 1189773"/>
              <a:gd name="connsiteX2" fmla="*/ 2285993 w 2285993"/>
              <a:gd name="connsiteY2" fmla="*/ 1189773 h 1189773"/>
              <a:gd name="connsiteX3" fmla="*/ 0 w 2285993"/>
              <a:gd name="connsiteY3" fmla="*/ 1189773 h 1189773"/>
              <a:gd name="connsiteX4" fmla="*/ 0 w 2285993"/>
              <a:gd name="connsiteY4" fmla="*/ 0 h 1189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3" h="1189773">
                <a:moveTo>
                  <a:pt x="0" y="0"/>
                </a:moveTo>
                <a:lnTo>
                  <a:pt x="2285993" y="0"/>
                </a:lnTo>
                <a:lnTo>
                  <a:pt x="2285993" y="1189773"/>
                </a:lnTo>
                <a:lnTo>
                  <a:pt x="0" y="118977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128"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85000"/>
                  </a:schemeClr>
                </a:solidFill>
                <a:latin typeface="+mj-lt"/>
              </a:rPr>
              <a:t>4. </a:t>
            </a:r>
            <a:r>
              <a:rPr lang="en-US" sz="1800" b="1" kern="1200" dirty="0" err="1">
                <a:solidFill>
                  <a:schemeClr val="bg1">
                    <a:lumMod val="85000"/>
                  </a:schemeClr>
                </a:solidFill>
                <a:latin typeface="+mj-lt"/>
              </a:rPr>
              <a:t>Khả</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năng</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ứng</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dụng</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của</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sản</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phẩm</a:t>
            </a:r>
            <a:endParaRPr lang="en-US" sz="1800" b="1" kern="1200" dirty="0">
              <a:solidFill>
                <a:schemeClr val="bg1">
                  <a:lumMod val="85000"/>
                </a:schemeClr>
              </a:solidFill>
              <a:latin typeface="+mj-lt"/>
            </a:endParaRPr>
          </a:p>
        </p:txBody>
      </p:sp>
      <p:sp>
        <p:nvSpPr>
          <p:cNvPr id="31" name="Freeform: Shape 30">
            <a:extLst>
              <a:ext uri="{FF2B5EF4-FFF2-40B4-BE49-F238E27FC236}">
                <a16:creationId xmlns:a16="http://schemas.microsoft.com/office/drawing/2014/main" id="{C15B21F9-034D-44AB-AE15-BE4875812392}"/>
              </a:ext>
            </a:extLst>
          </p:cNvPr>
          <p:cNvSpPr/>
          <p:nvPr/>
        </p:nvSpPr>
        <p:spPr>
          <a:xfrm>
            <a:off x="5367295" y="3429000"/>
            <a:ext cx="2487934" cy="838204"/>
          </a:xfrm>
          <a:custGeom>
            <a:avLst/>
            <a:gdLst>
              <a:gd name="connsiteX0" fmla="*/ 0 w 2324127"/>
              <a:gd name="connsiteY0" fmla="*/ 0 h 998701"/>
              <a:gd name="connsiteX1" fmla="*/ 2324127 w 2324127"/>
              <a:gd name="connsiteY1" fmla="*/ 0 h 998701"/>
              <a:gd name="connsiteX2" fmla="*/ 2324127 w 2324127"/>
              <a:gd name="connsiteY2" fmla="*/ 998701 h 998701"/>
              <a:gd name="connsiteX3" fmla="*/ 0 w 2324127"/>
              <a:gd name="connsiteY3" fmla="*/ 998701 h 998701"/>
              <a:gd name="connsiteX4" fmla="*/ 0 w 2324127"/>
              <a:gd name="connsiteY4" fmla="*/ 0 h 998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27" h="998701">
                <a:moveTo>
                  <a:pt x="0" y="0"/>
                </a:moveTo>
                <a:lnTo>
                  <a:pt x="2324127" y="0"/>
                </a:lnTo>
                <a:lnTo>
                  <a:pt x="2324127" y="998701"/>
                </a:lnTo>
                <a:lnTo>
                  <a:pt x="0" y="99870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7873"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85000"/>
                  </a:schemeClr>
                </a:solidFill>
                <a:latin typeface="+mj-lt"/>
              </a:rPr>
              <a:t>5. </a:t>
            </a:r>
            <a:r>
              <a:rPr lang="en-US" sz="1800" b="1" kern="1200" dirty="0" err="1">
                <a:solidFill>
                  <a:schemeClr val="bg1">
                    <a:lumMod val="85000"/>
                  </a:schemeClr>
                </a:solidFill>
                <a:latin typeface="+mj-lt"/>
              </a:rPr>
              <a:t>Nhu</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cầu</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ứng</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dụng</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và</a:t>
            </a:r>
            <a:r>
              <a:rPr lang="en-US" sz="1800" b="1" kern="1200" dirty="0">
                <a:solidFill>
                  <a:schemeClr val="bg1">
                    <a:lumMod val="85000"/>
                  </a:schemeClr>
                </a:solidFill>
                <a:latin typeface="+mj-lt"/>
              </a:rPr>
              <a:t> Phương </a:t>
            </a:r>
            <a:r>
              <a:rPr lang="en-US" sz="1800" b="1" kern="1200" dirty="0" err="1">
                <a:solidFill>
                  <a:schemeClr val="bg1">
                    <a:lumMod val="85000"/>
                  </a:schemeClr>
                </a:solidFill>
                <a:latin typeface="+mj-lt"/>
              </a:rPr>
              <a:t>thức</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chuyển</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giao</a:t>
            </a:r>
            <a:endParaRPr lang="en-US" sz="1800" b="1" kern="1200" dirty="0">
              <a:solidFill>
                <a:schemeClr val="bg1">
                  <a:lumMod val="85000"/>
                </a:schemeClr>
              </a:solidFill>
              <a:latin typeface="+mj-lt"/>
            </a:endParaRPr>
          </a:p>
        </p:txBody>
      </p:sp>
      <p:sp>
        <p:nvSpPr>
          <p:cNvPr id="32" name="Freeform: Shape 31">
            <a:extLst>
              <a:ext uri="{FF2B5EF4-FFF2-40B4-BE49-F238E27FC236}">
                <a16:creationId xmlns:a16="http://schemas.microsoft.com/office/drawing/2014/main" id="{7D08427B-6CB9-4399-AA35-6C65E67C1A1A}"/>
              </a:ext>
            </a:extLst>
          </p:cNvPr>
          <p:cNvSpPr/>
          <p:nvPr/>
        </p:nvSpPr>
        <p:spPr>
          <a:xfrm>
            <a:off x="874941" y="5657706"/>
            <a:ext cx="2343071" cy="668197"/>
          </a:xfrm>
          <a:custGeom>
            <a:avLst/>
            <a:gdLst>
              <a:gd name="connsiteX0" fmla="*/ 0 w 1645948"/>
              <a:gd name="connsiteY0" fmla="*/ 0 h 1042804"/>
              <a:gd name="connsiteX1" fmla="*/ 1645948 w 1645948"/>
              <a:gd name="connsiteY1" fmla="*/ 0 h 1042804"/>
              <a:gd name="connsiteX2" fmla="*/ 1645948 w 1645948"/>
              <a:gd name="connsiteY2" fmla="*/ 1042804 h 1042804"/>
              <a:gd name="connsiteX3" fmla="*/ 0 w 1645948"/>
              <a:gd name="connsiteY3" fmla="*/ 1042804 h 1042804"/>
              <a:gd name="connsiteX4" fmla="*/ 0 w 1645948"/>
              <a:gd name="connsiteY4" fmla="*/ 0 h 104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5948" h="1042804">
                <a:moveTo>
                  <a:pt x="0" y="0"/>
                </a:moveTo>
                <a:lnTo>
                  <a:pt x="1645948" y="0"/>
                </a:lnTo>
                <a:lnTo>
                  <a:pt x="1645948" y="1042804"/>
                </a:lnTo>
                <a:lnTo>
                  <a:pt x="0" y="10428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54064" tIns="0" rIns="0" bIns="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lumMod val="85000"/>
                  </a:schemeClr>
                </a:solidFill>
                <a:latin typeface="+mj-lt"/>
              </a:rPr>
              <a:t>1.Năng </a:t>
            </a:r>
            <a:r>
              <a:rPr lang="en-US" sz="1800" b="1" kern="1200" dirty="0" err="1">
                <a:solidFill>
                  <a:schemeClr val="bg1">
                    <a:lumMod val="85000"/>
                  </a:schemeClr>
                </a:solidFill>
                <a:latin typeface="+mj-lt"/>
              </a:rPr>
              <a:t>lực</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tổ</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chức</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thực</a:t>
            </a:r>
            <a:r>
              <a:rPr lang="en-US" sz="1800" b="1" kern="1200" dirty="0">
                <a:solidFill>
                  <a:schemeClr val="bg1">
                    <a:lumMod val="85000"/>
                  </a:schemeClr>
                </a:solidFill>
                <a:latin typeface="+mj-lt"/>
              </a:rPr>
              <a:t> </a:t>
            </a:r>
            <a:r>
              <a:rPr lang="en-US" sz="1800" b="1" kern="1200" dirty="0" err="1">
                <a:solidFill>
                  <a:schemeClr val="bg1">
                    <a:lumMod val="85000"/>
                  </a:schemeClr>
                </a:solidFill>
                <a:latin typeface="+mj-lt"/>
              </a:rPr>
              <a:t>hiện</a:t>
            </a:r>
            <a:endParaRPr lang="en-US" sz="1800" b="1" kern="1200" dirty="0">
              <a:solidFill>
                <a:schemeClr val="bg1">
                  <a:lumMod val="85000"/>
                </a:schemeClr>
              </a:solidFill>
              <a:latin typeface="+mj-lt"/>
            </a:endParaRPr>
          </a:p>
        </p:txBody>
      </p:sp>
      <p:sp>
        <p:nvSpPr>
          <p:cNvPr id="33" name="TextBox 32">
            <a:extLst>
              <a:ext uri="{FF2B5EF4-FFF2-40B4-BE49-F238E27FC236}">
                <a16:creationId xmlns:a16="http://schemas.microsoft.com/office/drawing/2014/main" id="{E745A71C-BCF4-42CD-92F0-FB4BC884344A}"/>
              </a:ext>
            </a:extLst>
          </p:cNvPr>
          <p:cNvSpPr txBox="1"/>
          <p:nvPr/>
        </p:nvSpPr>
        <p:spPr>
          <a:xfrm>
            <a:off x="5397112" y="1140696"/>
            <a:ext cx="2758262" cy="646331"/>
          </a:xfrm>
          <a:prstGeom prst="rect">
            <a:avLst/>
          </a:prstGeom>
          <a:noFill/>
        </p:spPr>
        <p:txBody>
          <a:bodyPr wrap="square">
            <a:spAutoFit/>
          </a:bodyPr>
          <a:lstStyle/>
          <a:p>
            <a:pPr marL="171450"/>
            <a:r>
              <a:rPr lang="en-US" b="1" dirty="0">
                <a:solidFill>
                  <a:schemeClr val="bg1">
                    <a:lumMod val="85000"/>
                  </a:schemeClr>
                </a:solidFill>
                <a:latin typeface="+mj-lt"/>
              </a:rPr>
              <a:t>6. </a:t>
            </a:r>
            <a:r>
              <a:rPr lang="en-US" b="1" dirty="0" err="1">
                <a:solidFill>
                  <a:schemeClr val="bg1">
                    <a:lumMod val="85000"/>
                  </a:schemeClr>
                </a:solidFill>
                <a:latin typeface="+mj-lt"/>
              </a:rPr>
              <a:t>Kế</a:t>
            </a:r>
            <a:r>
              <a:rPr lang="en-US" b="1" dirty="0">
                <a:solidFill>
                  <a:schemeClr val="bg1">
                    <a:lumMod val="85000"/>
                  </a:schemeClr>
                </a:solidFill>
                <a:latin typeface="+mj-lt"/>
              </a:rPr>
              <a:t> </a:t>
            </a:r>
            <a:r>
              <a:rPr lang="en-US" b="1" dirty="0" err="1">
                <a:solidFill>
                  <a:schemeClr val="bg1">
                    <a:lumMod val="85000"/>
                  </a:schemeClr>
                </a:solidFill>
                <a:latin typeface="+mj-lt"/>
              </a:rPr>
              <a:t>hoạch</a:t>
            </a:r>
            <a:r>
              <a:rPr lang="en-US" b="1" dirty="0">
                <a:solidFill>
                  <a:schemeClr val="bg1">
                    <a:lumMod val="85000"/>
                  </a:schemeClr>
                </a:solidFill>
                <a:latin typeface="+mj-lt"/>
              </a:rPr>
              <a:t> </a:t>
            </a:r>
            <a:r>
              <a:rPr lang="en-US" b="1" dirty="0" err="1">
                <a:solidFill>
                  <a:schemeClr val="bg1">
                    <a:lumMod val="85000"/>
                  </a:schemeClr>
                </a:solidFill>
                <a:latin typeface="+mj-lt"/>
              </a:rPr>
              <a:t>thực</a:t>
            </a:r>
            <a:r>
              <a:rPr lang="en-US" b="1" dirty="0">
                <a:solidFill>
                  <a:schemeClr val="bg1">
                    <a:lumMod val="85000"/>
                  </a:schemeClr>
                </a:solidFill>
                <a:latin typeface="+mj-lt"/>
              </a:rPr>
              <a:t> </a:t>
            </a:r>
            <a:r>
              <a:rPr lang="en-US" b="1" dirty="0" err="1">
                <a:solidFill>
                  <a:schemeClr val="bg1">
                    <a:lumMod val="85000"/>
                  </a:schemeClr>
                </a:solidFill>
                <a:latin typeface="+mj-lt"/>
              </a:rPr>
              <a:t>hiện</a:t>
            </a:r>
            <a:r>
              <a:rPr lang="en-US" b="1" dirty="0">
                <a:solidFill>
                  <a:schemeClr val="bg1">
                    <a:lumMod val="85000"/>
                  </a:schemeClr>
                </a:solidFill>
                <a:latin typeface="+mj-lt"/>
              </a:rPr>
              <a:t> </a:t>
            </a:r>
            <a:r>
              <a:rPr lang="en-US" b="1" dirty="0" err="1">
                <a:solidFill>
                  <a:schemeClr val="bg1">
                    <a:lumMod val="85000"/>
                  </a:schemeClr>
                </a:solidFill>
                <a:latin typeface="+mj-lt"/>
              </a:rPr>
              <a:t>và</a:t>
            </a:r>
            <a:r>
              <a:rPr lang="en-US" b="1" dirty="0">
                <a:solidFill>
                  <a:schemeClr val="bg1">
                    <a:lumMod val="85000"/>
                  </a:schemeClr>
                </a:solidFill>
                <a:latin typeface="+mj-lt"/>
              </a:rPr>
              <a:t> </a:t>
            </a:r>
            <a:r>
              <a:rPr lang="en-US" b="1" dirty="0" err="1">
                <a:solidFill>
                  <a:schemeClr val="bg1">
                    <a:lumMod val="85000"/>
                  </a:schemeClr>
                </a:solidFill>
                <a:latin typeface="+mj-lt"/>
              </a:rPr>
              <a:t>dự</a:t>
            </a:r>
            <a:r>
              <a:rPr lang="en-US" b="1" dirty="0">
                <a:solidFill>
                  <a:schemeClr val="bg1">
                    <a:lumMod val="85000"/>
                  </a:schemeClr>
                </a:solidFill>
                <a:latin typeface="+mj-lt"/>
              </a:rPr>
              <a:t> </a:t>
            </a:r>
            <a:r>
              <a:rPr lang="en-US" b="1" dirty="0" err="1">
                <a:solidFill>
                  <a:schemeClr val="bg1">
                    <a:lumMod val="85000"/>
                  </a:schemeClr>
                </a:solidFill>
                <a:latin typeface="+mj-lt"/>
              </a:rPr>
              <a:t>toán</a:t>
            </a:r>
            <a:r>
              <a:rPr lang="en-US" b="1" dirty="0">
                <a:solidFill>
                  <a:schemeClr val="bg1">
                    <a:lumMod val="85000"/>
                  </a:schemeClr>
                </a:solidFill>
                <a:latin typeface="+mj-lt"/>
              </a:rPr>
              <a:t> </a:t>
            </a:r>
            <a:r>
              <a:rPr lang="en-US" b="1" dirty="0" err="1">
                <a:solidFill>
                  <a:schemeClr val="bg1">
                    <a:lumMod val="85000"/>
                  </a:schemeClr>
                </a:solidFill>
                <a:latin typeface="+mj-lt"/>
              </a:rPr>
              <a:t>kinh</a:t>
            </a:r>
            <a:r>
              <a:rPr lang="en-US" b="1" dirty="0">
                <a:solidFill>
                  <a:schemeClr val="bg1">
                    <a:lumMod val="85000"/>
                  </a:schemeClr>
                </a:solidFill>
                <a:latin typeface="+mj-lt"/>
              </a:rPr>
              <a:t> </a:t>
            </a:r>
            <a:r>
              <a:rPr lang="en-US" b="1" dirty="0" err="1">
                <a:solidFill>
                  <a:schemeClr val="bg1">
                    <a:lumMod val="85000"/>
                  </a:schemeClr>
                </a:solidFill>
                <a:latin typeface="+mj-lt"/>
              </a:rPr>
              <a:t>phí</a:t>
            </a:r>
            <a:endParaRPr lang="en-US" b="1" dirty="0">
              <a:solidFill>
                <a:schemeClr val="bg1">
                  <a:lumMod val="85000"/>
                </a:schemeClr>
              </a:solidFill>
              <a:latin typeface="+mj-lt"/>
            </a:endParaRPr>
          </a:p>
        </p:txBody>
      </p:sp>
    </p:spTree>
    <p:extLst>
      <p:ext uri="{BB962C8B-B14F-4D97-AF65-F5344CB8AC3E}">
        <p14:creationId xmlns:p14="http://schemas.microsoft.com/office/powerpoint/2010/main" val="2128136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A3DE-91C3-4A2F-9B10-21E83333ABB7}"/>
              </a:ext>
            </a:extLst>
          </p:cNvPr>
          <p:cNvSpPr>
            <a:spLocks noGrp="1"/>
          </p:cNvSpPr>
          <p:nvPr>
            <p:ph type="title"/>
          </p:nvPr>
        </p:nvSpPr>
        <p:spPr/>
        <p:txBody>
          <a:bodyPr/>
          <a:lstStyle/>
          <a:p>
            <a:r>
              <a:rPr lang="en-US"/>
              <a:t>3 </a:t>
            </a:r>
            <a:r>
              <a:rPr lang="en-US" dirty="0" err="1"/>
              <a:t>Nội</a:t>
            </a:r>
            <a:r>
              <a:rPr lang="en-US" dirty="0"/>
              <a:t> dung </a:t>
            </a:r>
            <a:r>
              <a:rPr lang="en-US" dirty="0" err="1"/>
              <a:t>nghiên</a:t>
            </a:r>
            <a:r>
              <a:rPr lang="en-US" dirty="0"/>
              <a:t> </a:t>
            </a:r>
            <a:r>
              <a:rPr lang="en-US" dirty="0" err="1"/>
              <a:t>cứu</a:t>
            </a:r>
            <a:endParaRPr lang="en-US" dirty="0"/>
          </a:p>
        </p:txBody>
      </p:sp>
      <p:sp>
        <p:nvSpPr>
          <p:cNvPr id="3" name="Content Placeholder 2">
            <a:extLst>
              <a:ext uri="{FF2B5EF4-FFF2-40B4-BE49-F238E27FC236}">
                <a16:creationId xmlns:a16="http://schemas.microsoft.com/office/drawing/2014/main" id="{375A8BB4-49D5-4214-90C6-F74DD055F517}"/>
              </a:ext>
            </a:extLst>
          </p:cNvPr>
          <p:cNvSpPr>
            <a:spLocks noGrp="1"/>
          </p:cNvSpPr>
          <p:nvPr>
            <p:ph idx="1"/>
          </p:nvPr>
        </p:nvSpPr>
        <p:spPr/>
        <p:txBody>
          <a:bodyPr>
            <a:normAutofit fontScale="92500" lnSpcReduction="10000"/>
          </a:bodyPr>
          <a:lstStyle/>
          <a:p>
            <a:pPr marL="257175" indent="-257175" algn="just"/>
            <a:r>
              <a:rPr lang="en-US" sz="2100" b="1" dirty="0" err="1">
                <a:solidFill>
                  <a:srgbClr val="0000CC"/>
                </a:solidFill>
                <a:latin typeface="+mj-lt"/>
              </a:rPr>
              <a:t>Mục</a:t>
            </a:r>
            <a:r>
              <a:rPr lang="en-US" sz="2100" b="1" dirty="0">
                <a:solidFill>
                  <a:srgbClr val="0000CC"/>
                </a:solidFill>
                <a:latin typeface="+mj-lt"/>
              </a:rPr>
              <a:t> </a:t>
            </a:r>
            <a:r>
              <a:rPr lang="en-US" sz="2100" b="1" dirty="0" err="1">
                <a:solidFill>
                  <a:srgbClr val="0000CC"/>
                </a:solidFill>
                <a:latin typeface="+mj-lt"/>
              </a:rPr>
              <a:t>tiêu</a:t>
            </a:r>
            <a:r>
              <a:rPr lang="en-US" sz="2100" b="1" dirty="0">
                <a:solidFill>
                  <a:srgbClr val="0000CC"/>
                </a:solidFill>
                <a:latin typeface="+mj-lt"/>
              </a:rPr>
              <a:t>:</a:t>
            </a:r>
          </a:p>
          <a:p>
            <a:pPr marL="729854" lvl="1" algn="just">
              <a:lnSpc>
                <a:spcPct val="140000"/>
              </a:lnSpc>
              <a:spcBef>
                <a:spcPts val="0"/>
              </a:spcBef>
            </a:pPr>
            <a:r>
              <a:rPr lang="en-US" sz="1600" dirty="0" err="1"/>
              <a:t>Xây</a:t>
            </a:r>
            <a:r>
              <a:rPr lang="en-US" sz="1600" dirty="0"/>
              <a:t> </a:t>
            </a:r>
            <a:r>
              <a:rPr lang="en-US" sz="1600" dirty="0" err="1"/>
              <a:t>dựng</a:t>
            </a:r>
            <a:r>
              <a:rPr lang="en-US" sz="1600" dirty="0"/>
              <a:t> </a:t>
            </a:r>
            <a:r>
              <a:rPr lang="en-US" sz="1600" dirty="0" err="1"/>
              <a:t>ứng</a:t>
            </a:r>
            <a:r>
              <a:rPr lang="en-US" sz="1600" dirty="0"/>
              <a:t> </a:t>
            </a:r>
            <a:r>
              <a:rPr lang="en-US" sz="1600" err="1"/>
              <a:t>dụng</a:t>
            </a:r>
            <a:r>
              <a:rPr lang="en-US" sz="1600"/>
              <a:t> </a:t>
            </a:r>
            <a:r>
              <a:rPr lang="en-US" sz="1600" b="1"/>
              <a:t>SgBE</a:t>
            </a:r>
            <a:r>
              <a:rPr lang="en-US" sz="1600"/>
              <a:t> cho phép người khiếm thị truy cập thông tin đa nguồn nhằm tăng hiệu quả việc dạy học và hoạt động hàng ngày cho người khiếm khiếm </a:t>
            </a:r>
            <a:r>
              <a:rPr lang="en-US" sz="1600" dirty="0" err="1"/>
              <a:t>thị</a:t>
            </a:r>
            <a:r>
              <a:rPr lang="en-US" sz="1600" dirty="0"/>
              <a:t> </a:t>
            </a:r>
            <a:r>
              <a:rPr lang="en-US" sz="1600" dirty="0" err="1"/>
              <a:t>trên</a:t>
            </a:r>
            <a:r>
              <a:rPr lang="en-US" sz="1600" dirty="0"/>
              <a:t> </a:t>
            </a:r>
            <a:r>
              <a:rPr lang="en-US" sz="1600" dirty="0" err="1"/>
              <a:t>địa</a:t>
            </a:r>
            <a:r>
              <a:rPr lang="en-US" sz="1600" dirty="0"/>
              <a:t> </a:t>
            </a:r>
            <a:r>
              <a:rPr lang="en-US" sz="1600" dirty="0" err="1"/>
              <a:t>bàn</a:t>
            </a:r>
            <a:r>
              <a:rPr lang="en-US" sz="1600" dirty="0"/>
              <a:t> TP HCM.</a:t>
            </a:r>
          </a:p>
          <a:p>
            <a:pPr marL="729854" lvl="1" algn="just">
              <a:lnSpc>
                <a:spcPct val="140000"/>
              </a:lnSpc>
              <a:spcBef>
                <a:spcPts val="0"/>
              </a:spcBef>
            </a:pPr>
            <a:r>
              <a:rPr lang="en-US" sz="1600" dirty="0"/>
              <a:t> </a:t>
            </a:r>
            <a:r>
              <a:rPr lang="en-US" sz="1600" dirty="0" err="1"/>
              <a:t>Sử</a:t>
            </a:r>
            <a:r>
              <a:rPr lang="en-US" sz="1600" dirty="0"/>
              <a:t> </a:t>
            </a:r>
            <a:r>
              <a:rPr lang="en-US" sz="1600" dirty="0" err="1"/>
              <a:t>dụng</a:t>
            </a:r>
            <a:r>
              <a:rPr lang="en-US" sz="1600" dirty="0"/>
              <a:t> </a:t>
            </a:r>
            <a:r>
              <a:rPr lang="en-US" sz="1600" b="1" dirty="0">
                <a:solidFill>
                  <a:srgbClr val="FF0000"/>
                </a:solidFill>
              </a:rPr>
              <a:t>Công </a:t>
            </a:r>
            <a:r>
              <a:rPr lang="en-US" sz="1600" b="1" dirty="0" err="1">
                <a:solidFill>
                  <a:srgbClr val="FF0000"/>
                </a:solidFill>
              </a:rPr>
              <a:t>nghệ</a:t>
            </a:r>
            <a:r>
              <a:rPr lang="en-US" sz="1600" dirty="0"/>
              <a:t> AI </a:t>
            </a:r>
            <a:r>
              <a:rPr lang="en-US" sz="1600" dirty="0" err="1"/>
              <a:t>để</a:t>
            </a:r>
            <a:r>
              <a:rPr lang="en-US" sz="1600" dirty="0"/>
              <a:t> </a:t>
            </a:r>
            <a:r>
              <a:rPr lang="en-US" sz="1600" dirty="0" err="1"/>
              <a:t>tăng</a:t>
            </a:r>
            <a:r>
              <a:rPr lang="en-US" sz="1600" dirty="0"/>
              <a:t> </a:t>
            </a:r>
            <a:r>
              <a:rPr lang="en-US" sz="1600" dirty="0" err="1"/>
              <a:t>tương</a:t>
            </a:r>
            <a:r>
              <a:rPr lang="en-US" sz="1600" dirty="0"/>
              <a:t> </a:t>
            </a:r>
            <a:r>
              <a:rPr lang="en-US" sz="1600" dirty="0" err="1"/>
              <a:t>tác</a:t>
            </a:r>
            <a:r>
              <a:rPr lang="en-US" sz="1600" dirty="0"/>
              <a:t> </a:t>
            </a:r>
            <a:r>
              <a:rPr lang="en-US" sz="1600" dirty="0" err="1"/>
              <a:t>người</a:t>
            </a:r>
            <a:r>
              <a:rPr lang="en-US" sz="1600" dirty="0"/>
              <a:t> </a:t>
            </a:r>
            <a:r>
              <a:rPr lang="en-US" sz="1600" dirty="0" err="1"/>
              <a:t>dùng</a:t>
            </a:r>
            <a:r>
              <a:rPr lang="en-US" sz="1600" dirty="0"/>
              <a:t> (UX).</a:t>
            </a:r>
          </a:p>
          <a:p>
            <a:pPr marL="729854" lvl="1" algn="just">
              <a:lnSpc>
                <a:spcPct val="140000"/>
              </a:lnSpc>
              <a:spcBef>
                <a:spcPts val="0"/>
              </a:spcBef>
            </a:pPr>
            <a:r>
              <a:rPr lang="en-US" sz="1600" dirty="0"/>
              <a:t> </a:t>
            </a:r>
            <a:r>
              <a:rPr lang="en-US" sz="1600" b="1" dirty="0" err="1">
                <a:solidFill>
                  <a:srgbClr val="0000CC"/>
                </a:solidFill>
              </a:rPr>
              <a:t>Chức</a:t>
            </a:r>
            <a:r>
              <a:rPr lang="en-US" sz="1600" b="1" dirty="0">
                <a:solidFill>
                  <a:srgbClr val="0000CC"/>
                </a:solidFill>
              </a:rPr>
              <a:t> </a:t>
            </a:r>
            <a:r>
              <a:rPr lang="en-US" sz="1600" b="1" dirty="0" err="1">
                <a:solidFill>
                  <a:srgbClr val="0000CC"/>
                </a:solidFill>
              </a:rPr>
              <a:t>năng</a:t>
            </a:r>
            <a:r>
              <a:rPr lang="en-US" sz="1600" dirty="0"/>
              <a:t>: </a:t>
            </a:r>
            <a:r>
              <a:rPr lang="en-US" sz="1600" dirty="0" err="1"/>
              <a:t>phù</a:t>
            </a:r>
            <a:r>
              <a:rPr lang="en-US" sz="1600" dirty="0"/>
              <a:t> </a:t>
            </a:r>
            <a:r>
              <a:rPr lang="en-US" sz="1600" dirty="0" err="1"/>
              <a:t>hợp</a:t>
            </a:r>
            <a:r>
              <a:rPr lang="en-US" sz="1600" dirty="0"/>
              <a:t> </a:t>
            </a:r>
            <a:r>
              <a:rPr lang="en-US" sz="1600" dirty="0" err="1"/>
              <a:t>với</a:t>
            </a:r>
            <a:r>
              <a:rPr lang="en-US" sz="1600" dirty="0"/>
              <a:t> </a:t>
            </a:r>
            <a:r>
              <a:rPr lang="en-US" sz="1600" dirty="0" err="1"/>
              <a:t>thực</a:t>
            </a:r>
            <a:r>
              <a:rPr lang="en-US" sz="1600" dirty="0"/>
              <a:t> </a:t>
            </a:r>
            <a:r>
              <a:rPr lang="en-US" sz="1600" dirty="0" err="1"/>
              <a:t>tế</a:t>
            </a:r>
            <a:r>
              <a:rPr lang="en-US" sz="1600" dirty="0"/>
              <a:t> </a:t>
            </a:r>
            <a:r>
              <a:rPr lang="en-US" sz="1600" dirty="0" err="1"/>
              <a:t>và</a:t>
            </a:r>
            <a:r>
              <a:rPr lang="en-US" sz="1600" dirty="0"/>
              <a:t> </a:t>
            </a:r>
            <a:r>
              <a:rPr lang="en-US" sz="1600" dirty="0" err="1"/>
              <a:t>nhu</a:t>
            </a:r>
            <a:r>
              <a:rPr lang="en-US" sz="1600" dirty="0"/>
              <a:t> </a:t>
            </a:r>
            <a:r>
              <a:rPr lang="en-US" sz="1600" dirty="0" err="1"/>
              <a:t>cầu</a:t>
            </a:r>
            <a:r>
              <a:rPr lang="en-US" sz="1600" dirty="0"/>
              <a:t> </a:t>
            </a:r>
            <a:r>
              <a:rPr lang="en-US" sz="1600" dirty="0" err="1"/>
              <a:t>sử</a:t>
            </a:r>
            <a:r>
              <a:rPr lang="en-US" sz="1600" dirty="0"/>
              <a:t> </a:t>
            </a:r>
            <a:r>
              <a:rPr lang="en-US" sz="1600" dirty="0" err="1"/>
              <a:t>dụng</a:t>
            </a:r>
            <a:r>
              <a:rPr lang="en-US" sz="1600" dirty="0"/>
              <a:t>.</a:t>
            </a:r>
          </a:p>
          <a:p>
            <a:r>
              <a:rPr lang="en-US" sz="2000" b="1" dirty="0">
                <a:solidFill>
                  <a:srgbClr val="0000CC"/>
                </a:solidFill>
                <a:latin typeface="+mj-lt"/>
              </a:rPr>
              <a:t>Công </a:t>
            </a:r>
            <a:r>
              <a:rPr lang="en-US" sz="2000" b="1" dirty="0" err="1">
                <a:solidFill>
                  <a:srgbClr val="0000CC"/>
                </a:solidFill>
                <a:latin typeface="+mj-lt"/>
              </a:rPr>
              <a:t>nghệ</a:t>
            </a:r>
            <a:endParaRPr lang="en-US" sz="2000" b="1" dirty="0">
              <a:solidFill>
                <a:srgbClr val="0000CC"/>
              </a:solidFill>
              <a:latin typeface="+mj-lt"/>
            </a:endParaRPr>
          </a:p>
          <a:p>
            <a:pPr lvl="1">
              <a:lnSpc>
                <a:spcPct val="140000"/>
              </a:lnSpc>
              <a:spcBef>
                <a:spcPts val="0"/>
              </a:spcBef>
            </a:pPr>
            <a:r>
              <a:rPr lang="en-US" sz="1600" dirty="0" err="1"/>
              <a:t>Nhận</a:t>
            </a:r>
            <a:r>
              <a:rPr lang="en-US" sz="1600" dirty="0"/>
              <a:t> </a:t>
            </a:r>
            <a:r>
              <a:rPr lang="en-US" sz="1600" dirty="0" err="1"/>
              <a:t>dạng</a:t>
            </a:r>
            <a:r>
              <a:rPr lang="en-US" sz="1600" dirty="0"/>
              <a:t> </a:t>
            </a:r>
            <a:r>
              <a:rPr lang="en-US" sz="1600" dirty="0" err="1"/>
              <a:t>âm</a:t>
            </a:r>
            <a:r>
              <a:rPr lang="en-US" sz="1600" dirty="0"/>
              <a:t> </a:t>
            </a:r>
            <a:r>
              <a:rPr lang="en-US" sz="1600" dirty="0" err="1"/>
              <a:t>thanh</a:t>
            </a:r>
            <a:r>
              <a:rPr lang="en-US" sz="1600" dirty="0"/>
              <a:t> (</a:t>
            </a:r>
            <a:r>
              <a:rPr lang="en-US" sz="1600" b="1" dirty="0"/>
              <a:t>STT</a:t>
            </a:r>
            <a:r>
              <a:rPr lang="en-US" sz="1600" dirty="0"/>
              <a:t>): </a:t>
            </a:r>
            <a:r>
              <a:rPr lang="en-US" sz="1600" dirty="0" err="1"/>
              <a:t>tương</a:t>
            </a:r>
            <a:r>
              <a:rPr lang="en-US" sz="1600" dirty="0"/>
              <a:t> </a:t>
            </a:r>
            <a:r>
              <a:rPr lang="en-US" sz="1600" dirty="0" err="1"/>
              <a:t>tác</a:t>
            </a:r>
            <a:r>
              <a:rPr lang="en-US" sz="1600" dirty="0"/>
              <a:t> </a:t>
            </a:r>
            <a:r>
              <a:rPr lang="en-US" sz="1600" dirty="0" err="1"/>
              <a:t>bằng</a:t>
            </a:r>
            <a:r>
              <a:rPr lang="en-US" sz="1600" dirty="0"/>
              <a:t> </a:t>
            </a:r>
            <a:r>
              <a:rPr lang="en-US" sz="1600" dirty="0" err="1"/>
              <a:t>giọng</a:t>
            </a:r>
            <a:r>
              <a:rPr lang="en-US" sz="1600" dirty="0"/>
              <a:t> </a:t>
            </a:r>
            <a:r>
              <a:rPr lang="en-US" sz="1600" dirty="0" err="1"/>
              <a:t>nói</a:t>
            </a:r>
            <a:r>
              <a:rPr lang="en-US" sz="1600" dirty="0"/>
              <a:t>.</a:t>
            </a:r>
          </a:p>
          <a:p>
            <a:pPr lvl="1">
              <a:lnSpc>
                <a:spcPct val="140000"/>
              </a:lnSpc>
              <a:spcBef>
                <a:spcPts val="0"/>
              </a:spcBef>
            </a:pPr>
            <a:r>
              <a:rPr lang="en-US" sz="1600" dirty="0" err="1"/>
              <a:t>Tổng</a:t>
            </a:r>
            <a:r>
              <a:rPr lang="en-US" sz="1600" dirty="0"/>
              <a:t> </a:t>
            </a:r>
            <a:r>
              <a:rPr lang="en-US" sz="1600" dirty="0" err="1"/>
              <a:t>hợp</a:t>
            </a:r>
            <a:r>
              <a:rPr lang="en-US" sz="1600" dirty="0"/>
              <a:t> </a:t>
            </a:r>
            <a:r>
              <a:rPr lang="en-US" sz="1600" dirty="0" err="1"/>
              <a:t>âm</a:t>
            </a:r>
            <a:r>
              <a:rPr lang="en-US" sz="1600" dirty="0"/>
              <a:t> </a:t>
            </a:r>
            <a:r>
              <a:rPr lang="en-US" sz="1600" dirty="0" err="1"/>
              <a:t>thanh</a:t>
            </a:r>
            <a:r>
              <a:rPr lang="en-US" sz="1600" dirty="0"/>
              <a:t> (</a:t>
            </a:r>
            <a:r>
              <a:rPr lang="en-US" sz="1600" b="1" dirty="0"/>
              <a:t>TTS</a:t>
            </a:r>
            <a:r>
              <a:rPr lang="en-US" sz="1600" dirty="0"/>
              <a:t>): </a:t>
            </a:r>
            <a:r>
              <a:rPr lang="en-US" sz="1600" dirty="0" err="1"/>
              <a:t>nghe</a:t>
            </a:r>
            <a:r>
              <a:rPr lang="en-US" sz="1600" dirty="0"/>
              <a:t> </a:t>
            </a:r>
            <a:r>
              <a:rPr lang="en-US" sz="1600" dirty="0" err="1"/>
              <a:t>thông</a:t>
            </a:r>
            <a:r>
              <a:rPr lang="en-US" sz="1600" dirty="0"/>
              <a:t> tin.</a:t>
            </a:r>
          </a:p>
          <a:p>
            <a:pPr lvl="1">
              <a:lnSpc>
                <a:spcPct val="140000"/>
              </a:lnSpc>
              <a:spcBef>
                <a:spcPts val="0"/>
              </a:spcBef>
            </a:pPr>
            <a:r>
              <a:rPr lang="en-US" sz="1600" dirty="0" err="1"/>
              <a:t>Nhận</a:t>
            </a:r>
            <a:r>
              <a:rPr lang="en-US" sz="1600" dirty="0"/>
              <a:t> </a:t>
            </a:r>
            <a:r>
              <a:rPr lang="en-US" sz="1600" dirty="0" err="1"/>
              <a:t>dạng</a:t>
            </a:r>
            <a:r>
              <a:rPr lang="en-US" sz="1600" dirty="0"/>
              <a:t> </a:t>
            </a:r>
            <a:r>
              <a:rPr lang="en-US" sz="1600" dirty="0" err="1"/>
              <a:t>ký</a:t>
            </a:r>
            <a:r>
              <a:rPr lang="en-US" sz="1600" dirty="0"/>
              <a:t> </a:t>
            </a:r>
            <a:r>
              <a:rPr lang="en-US" sz="1600" dirty="0" err="1"/>
              <a:t>tự</a:t>
            </a:r>
            <a:r>
              <a:rPr lang="en-US" sz="1600" dirty="0"/>
              <a:t> </a:t>
            </a:r>
            <a:r>
              <a:rPr lang="en-US" sz="1600" dirty="0" err="1"/>
              <a:t>quang</a:t>
            </a:r>
            <a:r>
              <a:rPr lang="en-US" sz="1600" dirty="0"/>
              <a:t> </a:t>
            </a:r>
            <a:r>
              <a:rPr lang="en-US" sz="1600" dirty="0" err="1"/>
              <a:t>học</a:t>
            </a:r>
            <a:r>
              <a:rPr lang="en-US" sz="1600" dirty="0"/>
              <a:t> (</a:t>
            </a:r>
            <a:r>
              <a:rPr lang="en-US" sz="1600" b="1" dirty="0"/>
              <a:t>OCR</a:t>
            </a:r>
            <a:r>
              <a:rPr lang="en-US" sz="1600" dirty="0"/>
              <a:t>): </a:t>
            </a:r>
            <a:r>
              <a:rPr lang="en-US" sz="1600" dirty="0" err="1"/>
              <a:t>Đọc</a:t>
            </a:r>
            <a:r>
              <a:rPr lang="en-US" sz="1600" dirty="0"/>
              <a:t> </a:t>
            </a:r>
            <a:r>
              <a:rPr lang="en-US" sz="1600" dirty="0" err="1"/>
              <a:t>bản</a:t>
            </a:r>
            <a:r>
              <a:rPr lang="en-US" sz="1600" dirty="0"/>
              <a:t> in.</a:t>
            </a:r>
          </a:p>
          <a:p>
            <a:pPr lvl="1">
              <a:lnSpc>
                <a:spcPct val="140000"/>
              </a:lnSpc>
              <a:spcBef>
                <a:spcPts val="0"/>
              </a:spcBef>
            </a:pPr>
            <a:r>
              <a:rPr lang="en-US" sz="1600" dirty="0" err="1"/>
              <a:t>Truy</a:t>
            </a:r>
            <a:r>
              <a:rPr lang="en-US" sz="1600" dirty="0"/>
              <a:t> </a:t>
            </a:r>
            <a:r>
              <a:rPr lang="en-US" sz="1600" dirty="0" err="1"/>
              <a:t>hồi</a:t>
            </a:r>
            <a:r>
              <a:rPr lang="en-US" sz="1600" dirty="0"/>
              <a:t> </a:t>
            </a:r>
            <a:r>
              <a:rPr lang="en-US" sz="1600" dirty="0" err="1"/>
              <a:t>thông</a:t>
            </a:r>
            <a:r>
              <a:rPr lang="en-US" sz="1600" dirty="0"/>
              <a:t> tin (</a:t>
            </a:r>
            <a:r>
              <a:rPr lang="en-US" sz="1600" b="1" dirty="0"/>
              <a:t>Information Retrieval</a:t>
            </a:r>
            <a:r>
              <a:rPr lang="en-US" sz="1600" dirty="0"/>
              <a:t>): </a:t>
            </a:r>
            <a:r>
              <a:rPr lang="en-US" sz="1600" dirty="0" err="1"/>
              <a:t>tìm</a:t>
            </a:r>
            <a:r>
              <a:rPr lang="en-US" sz="1600" dirty="0"/>
              <a:t> </a:t>
            </a:r>
            <a:r>
              <a:rPr lang="en-US" sz="1600" dirty="0" err="1"/>
              <a:t>kiếm</a:t>
            </a:r>
            <a:r>
              <a:rPr lang="en-US" sz="1600" dirty="0"/>
              <a:t> </a:t>
            </a:r>
            <a:r>
              <a:rPr lang="en-US" sz="1600" dirty="0" err="1"/>
              <a:t>thông</a:t>
            </a:r>
            <a:r>
              <a:rPr lang="en-US" sz="1600" dirty="0"/>
              <a:t> tin </a:t>
            </a:r>
            <a:r>
              <a:rPr lang="en-US" sz="1600" dirty="0" err="1"/>
              <a:t>người</a:t>
            </a:r>
            <a:r>
              <a:rPr lang="en-US" sz="1600" dirty="0"/>
              <a:t> </a:t>
            </a:r>
            <a:r>
              <a:rPr lang="en-US" sz="1600" dirty="0" err="1"/>
              <a:t>dùng</a:t>
            </a:r>
            <a:r>
              <a:rPr lang="en-US" sz="1600" dirty="0"/>
              <a:t> </a:t>
            </a:r>
            <a:r>
              <a:rPr lang="en-US" sz="1600" dirty="0" err="1"/>
              <a:t>cần</a:t>
            </a:r>
            <a:r>
              <a:rPr lang="en-US" sz="1600" dirty="0"/>
              <a:t>.</a:t>
            </a:r>
          </a:p>
          <a:p>
            <a:pPr lvl="1">
              <a:lnSpc>
                <a:spcPct val="140000"/>
              </a:lnSpc>
              <a:spcBef>
                <a:spcPts val="0"/>
              </a:spcBef>
            </a:pPr>
            <a:r>
              <a:rPr lang="en-US" sz="1600" b="1" dirty="0" err="1"/>
              <a:t>Nhận</a:t>
            </a:r>
            <a:r>
              <a:rPr lang="en-US" sz="1600" b="1" dirty="0"/>
              <a:t> </a:t>
            </a:r>
            <a:r>
              <a:rPr lang="en-US" sz="1600" b="1" dirty="0" err="1"/>
              <a:t>dạng</a:t>
            </a:r>
            <a:r>
              <a:rPr lang="en-US" sz="1600" b="1" dirty="0"/>
              <a:t> </a:t>
            </a:r>
            <a:r>
              <a:rPr lang="en-US" sz="1600" b="1" dirty="0" err="1"/>
              <a:t>ảnh</a:t>
            </a:r>
            <a:r>
              <a:rPr lang="en-US" sz="1600" dirty="0"/>
              <a:t>: </a:t>
            </a:r>
            <a:r>
              <a:rPr lang="en-US" sz="1600" dirty="0" err="1"/>
              <a:t>các</a:t>
            </a:r>
            <a:r>
              <a:rPr lang="en-US" sz="1600" dirty="0"/>
              <a:t> </a:t>
            </a:r>
            <a:r>
              <a:rPr lang="en-US" sz="1600" dirty="0" err="1"/>
              <a:t>mặt</a:t>
            </a:r>
            <a:r>
              <a:rPr lang="en-US" sz="1600" dirty="0"/>
              <a:t> </a:t>
            </a:r>
            <a:r>
              <a:rPr lang="en-US" sz="1600" dirty="0" err="1"/>
              <a:t>hàng</a:t>
            </a:r>
            <a:r>
              <a:rPr lang="en-US" sz="1600" dirty="0"/>
              <a:t>, </a:t>
            </a:r>
            <a:r>
              <a:rPr lang="en-US" sz="1600" dirty="0" err="1"/>
              <a:t>màu</a:t>
            </a:r>
            <a:r>
              <a:rPr lang="en-US" sz="1600" dirty="0"/>
              <a:t> </a:t>
            </a:r>
            <a:r>
              <a:rPr lang="en-US" sz="1600" dirty="0" err="1"/>
              <a:t>sắc</a:t>
            </a:r>
            <a:r>
              <a:rPr lang="en-US" sz="1600" dirty="0"/>
              <a:t>.</a:t>
            </a:r>
          </a:p>
          <a:p>
            <a:r>
              <a:rPr lang="en-US" sz="2000" b="1" dirty="0" err="1">
                <a:solidFill>
                  <a:srgbClr val="0000CC"/>
                </a:solidFill>
                <a:latin typeface="+mj-lt"/>
              </a:rPr>
              <a:t>Chức</a:t>
            </a:r>
            <a:r>
              <a:rPr lang="en-US" sz="2000" b="1" dirty="0">
                <a:solidFill>
                  <a:srgbClr val="0000CC"/>
                </a:solidFill>
                <a:latin typeface="+mj-lt"/>
              </a:rPr>
              <a:t> </a:t>
            </a:r>
            <a:r>
              <a:rPr lang="en-US" sz="2000" b="1" dirty="0" err="1">
                <a:solidFill>
                  <a:srgbClr val="0000CC"/>
                </a:solidFill>
                <a:latin typeface="+mj-lt"/>
              </a:rPr>
              <a:t>năng</a:t>
            </a:r>
            <a:r>
              <a:rPr lang="en-US" sz="2000" b="1" dirty="0">
                <a:solidFill>
                  <a:srgbClr val="0000CC"/>
                </a:solidFill>
                <a:latin typeface="+mj-lt"/>
              </a:rPr>
              <a:t> </a:t>
            </a:r>
            <a:r>
              <a:rPr lang="en-US" sz="2000" dirty="0" err="1">
                <a:latin typeface="+mj-lt"/>
              </a:rPr>
              <a:t>chính</a:t>
            </a:r>
            <a:r>
              <a:rPr lang="en-US" sz="2000" dirty="0">
                <a:latin typeface="+mj-lt"/>
              </a:rPr>
              <a:t> </a:t>
            </a:r>
            <a:r>
              <a:rPr lang="en-US" sz="2000" dirty="0" err="1">
                <a:latin typeface="+mj-lt"/>
              </a:rPr>
              <a:t>của</a:t>
            </a:r>
            <a:r>
              <a:rPr lang="en-US" sz="2000" dirty="0">
                <a:latin typeface="+mj-lt"/>
              </a:rPr>
              <a:t> </a:t>
            </a:r>
            <a:r>
              <a:rPr lang="en-US" sz="2000" dirty="0" err="1">
                <a:latin typeface="+mj-lt"/>
              </a:rPr>
              <a:t>ứng</a:t>
            </a:r>
            <a:r>
              <a:rPr lang="en-US" sz="2000" dirty="0">
                <a:latin typeface="+mj-lt"/>
              </a:rPr>
              <a:t> </a:t>
            </a:r>
            <a:r>
              <a:rPr lang="en-US" sz="2000" dirty="0" err="1">
                <a:latin typeface="+mj-lt"/>
              </a:rPr>
              <a:t>dụng</a:t>
            </a:r>
            <a:r>
              <a:rPr lang="en-US" sz="2000" dirty="0">
                <a:latin typeface="+mj-lt"/>
              </a:rPr>
              <a:t>:</a:t>
            </a:r>
          </a:p>
          <a:p>
            <a:pPr marL="1001316" lvl="2" indent="-385763">
              <a:lnSpc>
                <a:spcPct val="125000"/>
              </a:lnSpc>
              <a:buFont typeface="+mj-lt"/>
              <a:buAutoNum type="arabicPeriod"/>
            </a:pPr>
            <a:r>
              <a:rPr lang="en-US" sz="1600" err="1"/>
              <a:t>Đọc</a:t>
            </a:r>
            <a:r>
              <a:rPr lang="en-US" sz="1600"/>
              <a:t> nội dung các tài </a:t>
            </a:r>
            <a:r>
              <a:rPr lang="en-US" sz="1600" err="1"/>
              <a:t>liệu</a:t>
            </a:r>
            <a:r>
              <a:rPr lang="en-US" sz="1600"/>
              <a:t> giấy </a:t>
            </a:r>
            <a:r>
              <a:rPr lang="en-US" sz="1600" dirty="0"/>
              <a:t>(</a:t>
            </a:r>
            <a:r>
              <a:rPr lang="en-US" sz="1600" dirty="0" err="1"/>
              <a:t>sách</a:t>
            </a:r>
            <a:r>
              <a:rPr lang="en-US" sz="1600" dirty="0"/>
              <a:t>, </a:t>
            </a:r>
            <a:r>
              <a:rPr lang="en-US" sz="1600" dirty="0" err="1"/>
              <a:t>báo</a:t>
            </a:r>
            <a:r>
              <a:rPr lang="en-US" sz="1600" dirty="0"/>
              <a:t>, </a:t>
            </a:r>
            <a:r>
              <a:rPr lang="en-US" sz="1600" dirty="0" err="1"/>
              <a:t>thông</a:t>
            </a:r>
            <a:r>
              <a:rPr lang="en-US" sz="1600" dirty="0"/>
              <a:t> tin </a:t>
            </a:r>
            <a:r>
              <a:rPr lang="en-US" sz="1600" dirty="0" err="1"/>
              <a:t>sản</a:t>
            </a:r>
            <a:r>
              <a:rPr lang="en-US" sz="1600" dirty="0"/>
              <a:t> </a:t>
            </a:r>
            <a:r>
              <a:rPr lang="en-US" sz="1600" dirty="0" err="1"/>
              <a:t>phẩm</a:t>
            </a:r>
            <a:r>
              <a:rPr lang="en-US" sz="1600" dirty="0"/>
              <a:t>).</a:t>
            </a:r>
          </a:p>
          <a:p>
            <a:pPr marL="1001316" lvl="2" indent="-385763">
              <a:lnSpc>
                <a:spcPct val="125000"/>
              </a:lnSpc>
              <a:buFont typeface="+mj-lt"/>
              <a:buAutoNum type="arabicPeriod"/>
            </a:pPr>
            <a:r>
              <a:rPr lang="en-US" sz="1600"/>
              <a:t>Số hóa học liệu, tìm kiếm và đọc nội dung bài học</a:t>
            </a:r>
            <a:endParaRPr lang="en-US" sz="1600" dirty="0"/>
          </a:p>
          <a:p>
            <a:pPr marL="1001316" lvl="2" indent="-385763">
              <a:lnSpc>
                <a:spcPct val="125000"/>
              </a:lnSpc>
              <a:buFont typeface="+mj-lt"/>
              <a:buAutoNum type="arabicPeriod"/>
            </a:pPr>
            <a:r>
              <a:rPr lang="en-US" sz="1600"/>
              <a:t>Nhận </a:t>
            </a:r>
            <a:r>
              <a:rPr lang="en-US" sz="1600" dirty="0" err="1"/>
              <a:t>dạng</a:t>
            </a:r>
            <a:r>
              <a:rPr lang="en-US" sz="1600" dirty="0"/>
              <a:t> </a:t>
            </a:r>
            <a:r>
              <a:rPr lang="en-US" sz="1600" err="1"/>
              <a:t>mệnh</a:t>
            </a:r>
            <a:r>
              <a:rPr lang="en-US" sz="1600"/>
              <a:t> giá đồng tiền Việt Nam.</a:t>
            </a:r>
            <a:endParaRPr lang="en-US" sz="1600" dirty="0"/>
          </a:p>
          <a:p>
            <a:pPr marL="1001316" lvl="2" indent="-385763">
              <a:lnSpc>
                <a:spcPct val="125000"/>
              </a:lnSpc>
              <a:buFont typeface="+mj-lt"/>
              <a:buAutoNum type="arabicPeriod"/>
            </a:pPr>
            <a:r>
              <a:rPr lang="en-US" sz="1600" dirty="0" err="1"/>
              <a:t>Nhận</a:t>
            </a:r>
            <a:r>
              <a:rPr lang="en-US" sz="1600" dirty="0"/>
              <a:t> </a:t>
            </a:r>
            <a:r>
              <a:rPr lang="en-US" sz="1600" dirty="0" err="1"/>
              <a:t>dạng</a:t>
            </a:r>
            <a:r>
              <a:rPr lang="en-US" sz="1600" dirty="0"/>
              <a:t> </a:t>
            </a:r>
            <a:r>
              <a:rPr lang="en-US" sz="1600" dirty="0" err="1"/>
              <a:t>màu</a:t>
            </a:r>
            <a:r>
              <a:rPr lang="en-US" sz="1600" dirty="0"/>
              <a:t> </a:t>
            </a:r>
            <a:r>
              <a:rPr lang="en-US" sz="1600" dirty="0" err="1"/>
              <a:t>sắc</a:t>
            </a:r>
            <a:r>
              <a:rPr lang="en-US" sz="1600" dirty="0"/>
              <a:t>.</a:t>
            </a:r>
          </a:p>
          <a:p>
            <a:pPr marL="1001316" lvl="2" indent="-385763">
              <a:lnSpc>
                <a:spcPct val="125000"/>
              </a:lnSpc>
              <a:buFont typeface="+mj-lt"/>
              <a:buAutoNum type="arabicPeriod"/>
            </a:pPr>
            <a:r>
              <a:rPr lang="en-US" sz="1600" dirty="0" err="1"/>
              <a:t>Nhận</a:t>
            </a:r>
            <a:r>
              <a:rPr lang="en-US" sz="1600" dirty="0"/>
              <a:t> </a:t>
            </a:r>
            <a:r>
              <a:rPr lang="en-US" sz="1600" dirty="0" err="1"/>
              <a:t>dạng</a:t>
            </a:r>
            <a:r>
              <a:rPr lang="en-US" sz="1600" dirty="0"/>
              <a:t> </a:t>
            </a:r>
            <a:r>
              <a:rPr lang="en-US" sz="1600" dirty="0" err="1"/>
              <a:t>đối</a:t>
            </a:r>
            <a:r>
              <a:rPr lang="en-US" sz="1600" dirty="0"/>
              <a:t> </a:t>
            </a:r>
            <a:r>
              <a:rPr lang="en-US" sz="1600" dirty="0" err="1"/>
              <a:t>tượng</a:t>
            </a:r>
            <a:r>
              <a:rPr lang="en-US" sz="1600" dirty="0"/>
              <a:t> </a:t>
            </a:r>
            <a:r>
              <a:rPr lang="en-US" sz="1600" dirty="0" err="1"/>
              <a:t>thường</a:t>
            </a:r>
            <a:r>
              <a:rPr lang="en-US" sz="1600" dirty="0"/>
              <a:t> </a:t>
            </a:r>
            <a:r>
              <a:rPr lang="en-US" sz="1600" dirty="0" err="1"/>
              <a:t>gặp</a:t>
            </a:r>
            <a:r>
              <a:rPr lang="en-US" sz="1600" dirty="0"/>
              <a:t> (</a:t>
            </a:r>
            <a:r>
              <a:rPr lang="en-US" sz="1600" dirty="0" err="1"/>
              <a:t>mặt</a:t>
            </a:r>
            <a:r>
              <a:rPr lang="en-US" sz="1600" dirty="0"/>
              <a:t> </a:t>
            </a:r>
            <a:r>
              <a:rPr lang="en-US" sz="1600" dirty="0" err="1"/>
              <a:t>hàng</a:t>
            </a:r>
            <a:r>
              <a:rPr lang="en-US" sz="1600" dirty="0"/>
              <a:t> </a:t>
            </a:r>
            <a:r>
              <a:rPr lang="en-US" sz="1600" dirty="0" err="1"/>
              <a:t>trong</a:t>
            </a:r>
            <a:r>
              <a:rPr lang="en-US" sz="1600" dirty="0"/>
              <a:t> </a:t>
            </a:r>
            <a:r>
              <a:rPr lang="en-US" sz="1600" dirty="0" err="1"/>
              <a:t>siêu</a:t>
            </a:r>
            <a:r>
              <a:rPr lang="en-US" sz="1600" dirty="0"/>
              <a:t> </a:t>
            </a:r>
            <a:r>
              <a:rPr lang="en-US" sz="1600" dirty="0" err="1"/>
              <a:t>thị</a:t>
            </a:r>
            <a:r>
              <a:rPr lang="en-US" sz="1600" dirty="0"/>
              <a:t>, </a:t>
            </a:r>
            <a:r>
              <a:rPr lang="en-US" sz="1600" dirty="0" err="1"/>
              <a:t>bát</a:t>
            </a:r>
            <a:r>
              <a:rPr lang="en-US" sz="1600" dirty="0"/>
              <a:t>, </a:t>
            </a:r>
            <a:r>
              <a:rPr lang="en-US" sz="1600" dirty="0" err="1"/>
              <a:t>cốc</a:t>
            </a:r>
            <a:r>
              <a:rPr lang="en-US" sz="1600" dirty="0"/>
              <a:t>, …).</a:t>
            </a:r>
          </a:p>
        </p:txBody>
      </p:sp>
      <p:sp>
        <p:nvSpPr>
          <p:cNvPr id="4" name="Slide Number Placeholder 3">
            <a:extLst>
              <a:ext uri="{FF2B5EF4-FFF2-40B4-BE49-F238E27FC236}">
                <a16:creationId xmlns:a16="http://schemas.microsoft.com/office/drawing/2014/main" id="{5980265A-EE71-400A-8C33-5EC3730F5DA5}"/>
              </a:ext>
            </a:extLst>
          </p:cNvPr>
          <p:cNvSpPr>
            <a:spLocks noGrp="1"/>
          </p:cNvSpPr>
          <p:nvPr>
            <p:ph type="sldNum" sz="quarter" idx="11"/>
          </p:nvPr>
        </p:nvSpPr>
        <p:spPr/>
        <p:txBody>
          <a:bodyPr/>
          <a:lstStyle/>
          <a:p>
            <a:pPr>
              <a:defRPr/>
            </a:pPr>
            <a:fld id="{E9BFE15A-3346-4571-882B-EB624BC8BD4C}" type="slidenum">
              <a:rPr lang="en-US" smtClean="0"/>
              <a:pPr>
                <a:defRPr/>
              </a:pPr>
              <a:t>15</a:t>
            </a:fld>
            <a:endParaRPr lang="en-US" dirty="0"/>
          </a:p>
        </p:txBody>
      </p:sp>
    </p:spTree>
    <p:extLst>
      <p:ext uri="{BB962C8B-B14F-4D97-AF65-F5344CB8AC3E}">
        <p14:creationId xmlns:p14="http://schemas.microsoft.com/office/powerpoint/2010/main" val="33746401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477B-86B5-4237-8134-F153065C9810}"/>
              </a:ext>
            </a:extLst>
          </p:cNvPr>
          <p:cNvSpPr>
            <a:spLocks noGrp="1"/>
          </p:cNvSpPr>
          <p:nvPr>
            <p:ph type="title"/>
          </p:nvPr>
        </p:nvSpPr>
        <p:spPr/>
        <p:txBody>
          <a:bodyPr/>
          <a:lstStyle/>
          <a:p>
            <a:r>
              <a:rPr lang="en-US" dirty="0"/>
              <a:t>4</a:t>
            </a:r>
            <a:r>
              <a:rPr lang="en-US"/>
              <a:t>. </a:t>
            </a:r>
            <a:r>
              <a:rPr lang="en-US" dirty="0" err="1"/>
              <a:t>Kế</a:t>
            </a:r>
            <a:r>
              <a:rPr lang="en-US" dirty="0"/>
              <a:t> </a:t>
            </a:r>
            <a:r>
              <a:rPr lang="en-US" dirty="0" err="1"/>
              <a:t>hoạch</a:t>
            </a:r>
            <a:r>
              <a:rPr lang="en-US" dirty="0"/>
              <a:t> </a:t>
            </a:r>
            <a:r>
              <a:rPr lang="en-US" dirty="0" err="1"/>
              <a:t>thực</a:t>
            </a:r>
            <a:r>
              <a:rPr lang="en-US" dirty="0"/>
              <a:t> </a:t>
            </a:r>
            <a:r>
              <a:rPr lang="en-US" dirty="0" err="1"/>
              <a:t>hiện</a:t>
            </a:r>
            <a:r>
              <a:rPr lang="en-US" dirty="0"/>
              <a:t> </a:t>
            </a:r>
            <a:r>
              <a:rPr lang="en-US" dirty="0" err="1"/>
              <a:t>và</a:t>
            </a:r>
            <a:r>
              <a:rPr lang="en-US" dirty="0"/>
              <a:t> </a:t>
            </a:r>
            <a:r>
              <a:rPr lang="en-US" dirty="0" err="1"/>
              <a:t>dự</a:t>
            </a:r>
            <a:r>
              <a:rPr lang="en-US" dirty="0"/>
              <a:t> </a:t>
            </a:r>
            <a:r>
              <a:rPr lang="en-US" dirty="0" err="1"/>
              <a:t>toán</a:t>
            </a:r>
            <a:r>
              <a:rPr lang="en-US" dirty="0"/>
              <a:t> </a:t>
            </a:r>
            <a:r>
              <a:rPr lang="en-US" dirty="0" err="1"/>
              <a:t>kinh</a:t>
            </a:r>
            <a:r>
              <a:rPr lang="en-US" dirty="0"/>
              <a:t> </a:t>
            </a:r>
            <a:r>
              <a:rPr lang="en-US" dirty="0" err="1"/>
              <a:t>phí</a:t>
            </a:r>
            <a:endParaRPr lang="en-US" dirty="0"/>
          </a:p>
        </p:txBody>
      </p:sp>
      <p:sp>
        <p:nvSpPr>
          <p:cNvPr id="3" name="Content Placeholder 2">
            <a:extLst>
              <a:ext uri="{FF2B5EF4-FFF2-40B4-BE49-F238E27FC236}">
                <a16:creationId xmlns:a16="http://schemas.microsoft.com/office/drawing/2014/main" id="{D3512594-F565-4A12-B466-05AC7B2D83A6}"/>
              </a:ext>
            </a:extLst>
          </p:cNvPr>
          <p:cNvSpPr>
            <a:spLocks noGrp="1"/>
          </p:cNvSpPr>
          <p:nvPr>
            <p:ph idx="1"/>
          </p:nvPr>
        </p:nvSpPr>
        <p:spPr>
          <a:xfrm>
            <a:off x="-76200" y="1216331"/>
            <a:ext cx="4307728" cy="5257800"/>
          </a:xfrm>
        </p:spPr>
        <p:txBody>
          <a:bodyPr>
            <a:normAutofit lnSpcReduction="10000"/>
          </a:bodyPr>
          <a:lstStyle/>
          <a:p>
            <a:r>
              <a:rPr lang="en-US" sz="1800" dirty="0" err="1">
                <a:latin typeface="+mj-lt"/>
              </a:rPr>
              <a:t>Các</a:t>
            </a:r>
            <a:r>
              <a:rPr lang="en-US" sz="1800" dirty="0">
                <a:latin typeface="+mj-lt"/>
              </a:rPr>
              <a:t> công </a:t>
            </a:r>
            <a:r>
              <a:rPr lang="en-US" sz="1800" dirty="0" err="1">
                <a:latin typeface="+mj-lt"/>
              </a:rPr>
              <a:t>việc</a:t>
            </a:r>
            <a:r>
              <a:rPr lang="en-US" sz="1800" dirty="0">
                <a:latin typeface="+mj-lt"/>
              </a:rPr>
              <a:t> </a:t>
            </a:r>
            <a:r>
              <a:rPr lang="en-US" sz="1800" dirty="0" err="1">
                <a:latin typeface="+mj-lt"/>
              </a:rPr>
              <a:t>chính</a:t>
            </a:r>
            <a:endParaRPr lang="en-US" sz="1800" dirty="0">
              <a:latin typeface="+mj-lt"/>
            </a:endParaRPr>
          </a:p>
          <a:p>
            <a:pPr lvl="1">
              <a:buFont typeface="+mj-lt"/>
              <a:buAutoNum type="arabicPeriod"/>
            </a:pPr>
            <a:r>
              <a:rPr lang="en-US" sz="1400" dirty="0"/>
              <a:t>CV1- </a:t>
            </a:r>
            <a:r>
              <a:rPr lang="vi-VN" sz="1400" dirty="0"/>
              <a:t>Xây dựng thuyết minh chi tiết </a:t>
            </a:r>
            <a:r>
              <a:rPr lang="vi-VN" sz="1400"/>
              <a:t>đề tài</a:t>
            </a:r>
            <a:r>
              <a:rPr lang="en-US" sz="1400"/>
              <a:t>. </a:t>
            </a:r>
            <a:endParaRPr lang="vi-VN" sz="1400" dirty="0"/>
          </a:p>
          <a:p>
            <a:pPr lvl="1">
              <a:buFont typeface="+mj-lt"/>
              <a:buAutoNum type="arabicPeriod"/>
            </a:pPr>
            <a:r>
              <a:rPr lang="en-US" sz="1400" dirty="0"/>
              <a:t>CV2- </a:t>
            </a:r>
            <a:r>
              <a:rPr lang="vi-VN" sz="1400" dirty="0"/>
              <a:t>Nghiên cứu và thiết kế mô đun nhận dạng ký tự quang học (</a:t>
            </a:r>
            <a:r>
              <a:rPr lang="vi-VN" sz="1400"/>
              <a:t>OCR)</a:t>
            </a:r>
            <a:r>
              <a:rPr lang="en-US" sz="1400"/>
              <a:t>.</a:t>
            </a:r>
            <a:endParaRPr lang="vi-VN" sz="1400" dirty="0"/>
          </a:p>
          <a:p>
            <a:pPr lvl="1">
              <a:buFont typeface="+mj-lt"/>
              <a:buAutoNum type="arabicPeriod"/>
            </a:pPr>
            <a:r>
              <a:rPr lang="en-US" sz="1400" dirty="0"/>
              <a:t>CV3- </a:t>
            </a:r>
            <a:r>
              <a:rPr lang="vi-VN" sz="1400" dirty="0"/>
              <a:t>Nghiên cứu và thiết kế mô đun định vị vị trí </a:t>
            </a:r>
            <a:r>
              <a:rPr lang="vi-VN" sz="1400"/>
              <a:t>tài liệu</a:t>
            </a:r>
            <a:r>
              <a:rPr lang="en-US" sz="1400"/>
              <a:t>.</a:t>
            </a:r>
            <a:endParaRPr lang="vi-VN" sz="1400" dirty="0"/>
          </a:p>
          <a:p>
            <a:pPr lvl="1">
              <a:buFont typeface="+mj-lt"/>
              <a:buAutoNum type="arabicPeriod"/>
            </a:pPr>
            <a:r>
              <a:rPr lang="en-US" sz="1400" dirty="0"/>
              <a:t>CV4- </a:t>
            </a:r>
            <a:r>
              <a:rPr lang="vi-VN" sz="1400" dirty="0"/>
              <a:t>Nghiên cứu và thiết kế mô đun định vị và nhận dạng mệnh </a:t>
            </a:r>
            <a:r>
              <a:rPr lang="vi-VN" sz="1400"/>
              <a:t>giá tiền</a:t>
            </a:r>
            <a:r>
              <a:rPr lang="en-US" sz="1400"/>
              <a:t>.</a:t>
            </a:r>
            <a:endParaRPr lang="vi-VN" sz="1400" dirty="0"/>
          </a:p>
          <a:p>
            <a:pPr lvl="1">
              <a:buFont typeface="+mj-lt"/>
              <a:buAutoNum type="arabicPeriod"/>
            </a:pPr>
            <a:r>
              <a:rPr lang="en-US" sz="1400" dirty="0"/>
              <a:t>CV5- </a:t>
            </a:r>
            <a:r>
              <a:rPr lang="vi-VN" sz="1400" dirty="0"/>
              <a:t>Nghiên cứu và thiết kế mô đun nhận dạng màu sắc </a:t>
            </a:r>
            <a:r>
              <a:rPr lang="vi-VN" sz="1400"/>
              <a:t>vật thể</a:t>
            </a:r>
            <a:r>
              <a:rPr lang="en-US" sz="1400"/>
              <a:t>.</a:t>
            </a:r>
            <a:endParaRPr lang="vi-VN" sz="1400" dirty="0"/>
          </a:p>
          <a:p>
            <a:pPr lvl="1">
              <a:buFont typeface="+mj-lt"/>
              <a:buAutoNum type="arabicPeriod"/>
            </a:pPr>
            <a:r>
              <a:rPr lang="en-US" sz="1400" dirty="0"/>
              <a:t>CV6- </a:t>
            </a:r>
            <a:r>
              <a:rPr lang="vi-VN" sz="1400" dirty="0"/>
              <a:t>Nghiên cứu và thiết kế mô đun nhận dạng </a:t>
            </a:r>
            <a:r>
              <a:rPr lang="vi-VN" sz="1400"/>
              <a:t>đối tượng</a:t>
            </a:r>
            <a:r>
              <a:rPr lang="en-US" sz="1400"/>
              <a:t>.</a:t>
            </a:r>
            <a:endParaRPr lang="en-US" sz="1400" dirty="0"/>
          </a:p>
          <a:p>
            <a:pPr lvl="1">
              <a:buFont typeface="+mj-lt"/>
              <a:buAutoNum type="arabicPeriod"/>
            </a:pPr>
            <a:r>
              <a:rPr lang="en-US" sz="1400" dirty="0"/>
              <a:t>CV7 - </a:t>
            </a:r>
            <a:r>
              <a:rPr lang="en-US" sz="1400" dirty="0" err="1"/>
              <a:t>Nghiên</a:t>
            </a:r>
            <a:r>
              <a:rPr lang="en-US" sz="1400" dirty="0"/>
              <a:t> </a:t>
            </a:r>
            <a:r>
              <a:rPr lang="en-US" sz="1400" dirty="0" err="1"/>
              <a:t>cứu</a:t>
            </a:r>
            <a:r>
              <a:rPr lang="en-US" sz="1400" dirty="0"/>
              <a:t> </a:t>
            </a:r>
            <a:r>
              <a:rPr lang="en-US" sz="1400" dirty="0" err="1"/>
              <a:t>và</a:t>
            </a:r>
            <a:r>
              <a:rPr lang="en-US" sz="1400" dirty="0"/>
              <a:t> </a:t>
            </a:r>
            <a:r>
              <a:rPr lang="en-US" sz="1400" dirty="0" err="1"/>
              <a:t>thiết</a:t>
            </a:r>
            <a:r>
              <a:rPr lang="en-US" sz="1400" dirty="0"/>
              <a:t> </a:t>
            </a:r>
            <a:r>
              <a:rPr lang="en-US" sz="1400" dirty="0" err="1"/>
              <a:t>kế</a:t>
            </a:r>
            <a:r>
              <a:rPr lang="en-US" sz="1400" dirty="0"/>
              <a:t> </a:t>
            </a:r>
            <a:r>
              <a:rPr lang="en-US" sz="1400" dirty="0" err="1"/>
              <a:t>mô</a:t>
            </a:r>
            <a:r>
              <a:rPr lang="en-US" sz="1400" dirty="0"/>
              <a:t> </a:t>
            </a:r>
            <a:r>
              <a:rPr lang="en-US" sz="1400" dirty="0" err="1"/>
              <a:t>đun</a:t>
            </a:r>
            <a:r>
              <a:rPr lang="en-US" sz="1400" dirty="0"/>
              <a:t> </a:t>
            </a:r>
            <a:r>
              <a:rPr lang="en-US" sz="1400" dirty="0" err="1"/>
              <a:t>chuyển</a:t>
            </a:r>
            <a:r>
              <a:rPr lang="en-US" sz="1400" dirty="0"/>
              <a:t> </a:t>
            </a:r>
            <a:r>
              <a:rPr lang="en-US" sz="1400" dirty="0" err="1"/>
              <a:t>đổi</a:t>
            </a:r>
            <a:r>
              <a:rPr lang="en-US" sz="1400" dirty="0"/>
              <a:t> </a:t>
            </a:r>
            <a:r>
              <a:rPr lang="en-US" sz="1400" dirty="0" err="1"/>
              <a:t>văn</a:t>
            </a:r>
            <a:r>
              <a:rPr lang="en-US" sz="1400" dirty="0"/>
              <a:t> </a:t>
            </a:r>
            <a:r>
              <a:rPr lang="en-US" sz="1400" dirty="0" err="1"/>
              <a:t>bản</a:t>
            </a:r>
            <a:r>
              <a:rPr lang="en-US" sz="1400" dirty="0"/>
              <a:t> </a:t>
            </a:r>
            <a:r>
              <a:rPr lang="en-US" sz="1400" dirty="0" err="1"/>
              <a:t>thành</a:t>
            </a:r>
            <a:r>
              <a:rPr lang="en-US" sz="1400" dirty="0"/>
              <a:t> </a:t>
            </a:r>
            <a:r>
              <a:rPr lang="en-US" sz="1400" err="1"/>
              <a:t>giọng</a:t>
            </a:r>
            <a:r>
              <a:rPr lang="en-US" sz="1400"/>
              <a:t> nói.</a:t>
            </a:r>
            <a:endParaRPr lang="en-US" sz="1400" dirty="0"/>
          </a:p>
          <a:p>
            <a:pPr lvl="1">
              <a:buFont typeface="+mj-lt"/>
              <a:buAutoNum type="arabicPeriod"/>
            </a:pPr>
            <a:r>
              <a:rPr lang="en-US" sz="1400" dirty="0"/>
              <a:t>CV8 - </a:t>
            </a:r>
            <a:r>
              <a:rPr lang="en-US" sz="1400" dirty="0" err="1"/>
              <a:t>Xây</a:t>
            </a:r>
            <a:r>
              <a:rPr lang="en-US" sz="1400" dirty="0"/>
              <a:t> </a:t>
            </a:r>
            <a:r>
              <a:rPr lang="en-US" sz="1400" dirty="0" err="1"/>
              <a:t>dựng</a:t>
            </a:r>
            <a:r>
              <a:rPr lang="en-US" sz="1400" dirty="0"/>
              <a:t> </a:t>
            </a:r>
            <a:r>
              <a:rPr lang="en-US" sz="1400" dirty="0" err="1"/>
              <a:t>ứng</a:t>
            </a:r>
            <a:r>
              <a:rPr lang="en-US" sz="1400" dirty="0"/>
              <a:t> </a:t>
            </a:r>
            <a:r>
              <a:rPr lang="en-US" sz="1400" dirty="0" err="1"/>
              <a:t>dụng</a:t>
            </a:r>
            <a:r>
              <a:rPr lang="en-US" sz="1400" dirty="0"/>
              <a:t> </a:t>
            </a:r>
            <a:r>
              <a:rPr lang="en-US" sz="1400" dirty="0" err="1"/>
              <a:t>SgBE</a:t>
            </a:r>
            <a:r>
              <a:rPr lang="en-US" sz="1400" dirty="0"/>
              <a:t> </a:t>
            </a:r>
            <a:r>
              <a:rPr lang="en-US" sz="1400" err="1"/>
              <a:t>trên</a:t>
            </a:r>
            <a:r>
              <a:rPr lang="en-US" sz="1400"/>
              <a:t> Android.</a:t>
            </a:r>
            <a:endParaRPr lang="en-US" sz="1400" dirty="0"/>
          </a:p>
          <a:p>
            <a:pPr lvl="1">
              <a:buFont typeface="+mj-lt"/>
              <a:buAutoNum type="arabicPeriod"/>
            </a:pPr>
            <a:r>
              <a:rPr lang="en-US" sz="1400"/>
              <a:t>CV9: Triển </a:t>
            </a:r>
            <a:r>
              <a:rPr lang="en-US" sz="1400" dirty="0" err="1"/>
              <a:t>khai</a:t>
            </a:r>
            <a:r>
              <a:rPr lang="en-US" sz="1400" dirty="0"/>
              <a:t> </a:t>
            </a:r>
            <a:r>
              <a:rPr lang="en-US" sz="1400" dirty="0" err="1"/>
              <a:t>thử</a:t>
            </a:r>
            <a:r>
              <a:rPr lang="en-US" sz="1400" dirty="0"/>
              <a:t> </a:t>
            </a:r>
            <a:r>
              <a:rPr lang="en-US" sz="1400" dirty="0" err="1"/>
              <a:t>nghiệm</a:t>
            </a:r>
            <a:r>
              <a:rPr lang="en-US" sz="1400" dirty="0"/>
              <a:t> </a:t>
            </a:r>
            <a:r>
              <a:rPr lang="en-US" sz="1400" dirty="0" err="1"/>
              <a:t>và</a:t>
            </a:r>
            <a:r>
              <a:rPr lang="en-US" sz="1400" dirty="0"/>
              <a:t> </a:t>
            </a:r>
            <a:r>
              <a:rPr lang="en-US" sz="1400" dirty="0" err="1"/>
              <a:t>hoàn</a:t>
            </a:r>
            <a:r>
              <a:rPr lang="en-US" sz="1400" dirty="0"/>
              <a:t> </a:t>
            </a:r>
            <a:r>
              <a:rPr lang="en-US" sz="1400" dirty="0" err="1"/>
              <a:t>chỉnh</a:t>
            </a:r>
            <a:r>
              <a:rPr lang="en-US" sz="1400" dirty="0"/>
              <a:t> </a:t>
            </a:r>
            <a:r>
              <a:rPr lang="en-US" sz="1400" err="1"/>
              <a:t>sản</a:t>
            </a:r>
            <a:r>
              <a:rPr lang="en-US" sz="1400"/>
              <a:t> phẩm.</a:t>
            </a:r>
          </a:p>
          <a:p>
            <a:pPr lvl="1">
              <a:buFont typeface="+mj-lt"/>
              <a:buAutoNum type="arabicPeriod"/>
            </a:pPr>
            <a:r>
              <a:rPr lang="en-US" sz="1400"/>
              <a:t>CV10: Báo cáo tổng kết.</a:t>
            </a:r>
          </a:p>
          <a:p>
            <a:pPr lvl="1">
              <a:buFont typeface="+mj-lt"/>
              <a:buAutoNum type="arabicPeriod"/>
            </a:pPr>
            <a:r>
              <a:rPr lang="en-US" sz="1400"/>
              <a:t>CV11: Tổ chức tập huấn &amp; HDSD phần mềm cho Trường THPTĐB NĐC.</a:t>
            </a:r>
            <a:endParaRPr lang="en-US" sz="1400" dirty="0"/>
          </a:p>
        </p:txBody>
      </p:sp>
      <p:sp>
        <p:nvSpPr>
          <p:cNvPr id="9" name="TextBox 8">
            <a:extLst>
              <a:ext uri="{FF2B5EF4-FFF2-40B4-BE49-F238E27FC236}">
                <a16:creationId xmlns:a16="http://schemas.microsoft.com/office/drawing/2014/main" id="{4A694388-CA18-47BE-9169-39958EC0AC2D}"/>
              </a:ext>
            </a:extLst>
          </p:cNvPr>
          <p:cNvSpPr txBox="1"/>
          <p:nvPr/>
        </p:nvSpPr>
        <p:spPr>
          <a:xfrm>
            <a:off x="4838700" y="5340877"/>
            <a:ext cx="4572000" cy="738664"/>
          </a:xfrm>
          <a:prstGeom prst="rect">
            <a:avLst/>
          </a:prstGeom>
          <a:noFill/>
        </p:spPr>
        <p:txBody>
          <a:bodyPr wrap="square">
            <a:spAutoFit/>
          </a:bodyPr>
          <a:lstStyle/>
          <a:p>
            <a:r>
              <a:rPr lang="fr-FR" sz="1400" i="1" dirty="0">
                <a:solidFill>
                  <a:srgbClr val="000000"/>
                </a:solidFill>
                <a:latin typeface="+mj-lt"/>
                <a:ea typeface="Arial" panose="020B0604020202020204" pitchFamily="34" charset="0"/>
              </a:rPr>
              <a:t>CV (Công </a:t>
            </a:r>
            <a:r>
              <a:rPr lang="fr-FR" sz="1400" i="1" err="1">
                <a:solidFill>
                  <a:srgbClr val="000000"/>
                </a:solidFill>
                <a:latin typeface="+mj-lt"/>
                <a:ea typeface="Arial" panose="020B0604020202020204" pitchFamily="34" charset="0"/>
              </a:rPr>
              <a:t>việc</a:t>
            </a:r>
            <a:r>
              <a:rPr lang="fr-FR" sz="1400" i="1">
                <a:solidFill>
                  <a:srgbClr val="000000"/>
                </a:solidFill>
                <a:latin typeface="+mj-lt"/>
                <a:ea typeface="Arial" panose="020B0604020202020204" pitchFamily="34" charset="0"/>
              </a:rPr>
              <a:t>); </a:t>
            </a:r>
            <a:r>
              <a:rPr lang="fr-FR" sz="1400" i="1" dirty="0">
                <a:solidFill>
                  <a:srgbClr val="000000"/>
                </a:solidFill>
                <a:latin typeface="+mj-lt"/>
                <a:ea typeface="Arial" panose="020B0604020202020204" pitchFamily="34" charset="0"/>
              </a:rPr>
              <a:t>GĐGK (</a:t>
            </a:r>
            <a:r>
              <a:rPr lang="fr-FR" sz="1400" i="1" dirty="0" err="1">
                <a:solidFill>
                  <a:srgbClr val="000000"/>
                </a:solidFill>
                <a:latin typeface="+mj-lt"/>
                <a:ea typeface="Arial" panose="020B0604020202020204" pitchFamily="34" charset="0"/>
              </a:rPr>
              <a:t>Giám</a:t>
            </a:r>
            <a:r>
              <a:rPr lang="fr-FR" sz="1400" i="1" dirty="0">
                <a:solidFill>
                  <a:srgbClr val="000000"/>
                </a:solidFill>
                <a:latin typeface="+mj-lt"/>
                <a:ea typeface="Arial" panose="020B0604020202020204" pitchFamily="34" charset="0"/>
              </a:rPr>
              <a:t> </a:t>
            </a:r>
            <a:r>
              <a:rPr lang="fr-FR" sz="1400" i="1" dirty="0" err="1">
                <a:solidFill>
                  <a:srgbClr val="000000"/>
                </a:solidFill>
                <a:latin typeface="+mj-lt"/>
                <a:ea typeface="Arial" panose="020B0604020202020204" pitchFamily="34" charset="0"/>
              </a:rPr>
              <a:t>định</a:t>
            </a:r>
            <a:r>
              <a:rPr lang="fr-FR" sz="1400" i="1" dirty="0">
                <a:solidFill>
                  <a:srgbClr val="000000"/>
                </a:solidFill>
                <a:latin typeface="+mj-lt"/>
                <a:ea typeface="Arial" panose="020B0604020202020204" pitchFamily="34" charset="0"/>
              </a:rPr>
              <a:t> </a:t>
            </a:r>
            <a:r>
              <a:rPr lang="fr-FR" sz="1400" i="1" dirty="0" err="1">
                <a:solidFill>
                  <a:srgbClr val="000000"/>
                </a:solidFill>
                <a:latin typeface="+mj-lt"/>
                <a:ea typeface="Arial" panose="020B0604020202020204" pitchFamily="34" charset="0"/>
              </a:rPr>
              <a:t>giữa</a:t>
            </a:r>
            <a:r>
              <a:rPr lang="fr-FR" sz="1400" i="1" dirty="0">
                <a:solidFill>
                  <a:srgbClr val="000000"/>
                </a:solidFill>
                <a:latin typeface="+mj-lt"/>
                <a:ea typeface="Arial" panose="020B0604020202020204" pitchFamily="34" charset="0"/>
              </a:rPr>
              <a:t> </a:t>
            </a:r>
            <a:r>
              <a:rPr lang="fr-FR" sz="1400" i="1" err="1">
                <a:solidFill>
                  <a:srgbClr val="000000"/>
                </a:solidFill>
                <a:latin typeface="+mj-lt"/>
                <a:ea typeface="Arial" panose="020B0604020202020204" pitchFamily="34" charset="0"/>
              </a:rPr>
              <a:t>kỳ</a:t>
            </a:r>
            <a:r>
              <a:rPr lang="fr-FR" sz="1400" i="1">
                <a:solidFill>
                  <a:srgbClr val="000000"/>
                </a:solidFill>
                <a:latin typeface="+mj-lt"/>
                <a:ea typeface="Arial" panose="020B0604020202020204" pitchFamily="34" charset="0"/>
              </a:rPr>
              <a:t>);</a:t>
            </a:r>
          </a:p>
          <a:p>
            <a:r>
              <a:rPr lang="fr-FR" sz="1400" i="1">
                <a:solidFill>
                  <a:srgbClr val="000000"/>
                </a:solidFill>
                <a:latin typeface="+mj-lt"/>
                <a:ea typeface="Arial" panose="020B0604020202020204" pitchFamily="34" charset="0"/>
              </a:rPr>
              <a:t> </a:t>
            </a:r>
            <a:r>
              <a:rPr lang="fr-FR" sz="1400" i="1" dirty="0">
                <a:solidFill>
                  <a:srgbClr val="000000"/>
                </a:solidFill>
                <a:latin typeface="+mj-lt"/>
                <a:ea typeface="Arial" panose="020B0604020202020204" pitchFamily="34" charset="0"/>
              </a:rPr>
              <a:t>NTCS (</a:t>
            </a:r>
            <a:r>
              <a:rPr lang="fr-FR" sz="1400" i="1" dirty="0" err="1">
                <a:solidFill>
                  <a:srgbClr val="000000"/>
                </a:solidFill>
                <a:latin typeface="+mj-lt"/>
                <a:ea typeface="Arial" panose="020B0604020202020204" pitchFamily="34" charset="0"/>
              </a:rPr>
              <a:t>Nghiệm</a:t>
            </a:r>
            <a:r>
              <a:rPr lang="fr-FR" sz="1400" i="1" dirty="0">
                <a:solidFill>
                  <a:srgbClr val="000000"/>
                </a:solidFill>
                <a:latin typeface="+mj-lt"/>
                <a:ea typeface="Arial" panose="020B0604020202020204" pitchFamily="34" charset="0"/>
              </a:rPr>
              <a:t> </a:t>
            </a:r>
            <a:r>
              <a:rPr lang="fr-FR" sz="1400" i="1" dirty="0" err="1">
                <a:solidFill>
                  <a:srgbClr val="000000"/>
                </a:solidFill>
                <a:latin typeface="+mj-lt"/>
                <a:ea typeface="Arial" panose="020B0604020202020204" pitchFamily="34" charset="0"/>
              </a:rPr>
              <a:t>thu</a:t>
            </a:r>
            <a:r>
              <a:rPr lang="fr-FR" sz="1400" i="1" dirty="0">
                <a:solidFill>
                  <a:srgbClr val="000000"/>
                </a:solidFill>
                <a:latin typeface="+mj-lt"/>
                <a:ea typeface="Arial" panose="020B0604020202020204" pitchFamily="34" charset="0"/>
              </a:rPr>
              <a:t> </a:t>
            </a:r>
            <a:r>
              <a:rPr lang="fr-FR" sz="1400" i="1" dirty="0" err="1">
                <a:solidFill>
                  <a:srgbClr val="000000"/>
                </a:solidFill>
                <a:latin typeface="+mj-lt"/>
                <a:ea typeface="Arial" panose="020B0604020202020204" pitchFamily="34" charset="0"/>
              </a:rPr>
              <a:t>cơ</a:t>
            </a:r>
            <a:r>
              <a:rPr lang="fr-FR" sz="1400" i="1" dirty="0">
                <a:solidFill>
                  <a:srgbClr val="000000"/>
                </a:solidFill>
                <a:latin typeface="+mj-lt"/>
                <a:ea typeface="Arial" panose="020B0604020202020204" pitchFamily="34" charset="0"/>
              </a:rPr>
              <a:t> </a:t>
            </a:r>
            <a:r>
              <a:rPr lang="fr-FR" sz="1400" i="1" err="1">
                <a:solidFill>
                  <a:srgbClr val="000000"/>
                </a:solidFill>
                <a:latin typeface="+mj-lt"/>
                <a:ea typeface="Arial" panose="020B0604020202020204" pitchFamily="34" charset="0"/>
              </a:rPr>
              <a:t>sở</a:t>
            </a:r>
            <a:r>
              <a:rPr lang="fr-FR" sz="1400" i="1">
                <a:solidFill>
                  <a:srgbClr val="000000"/>
                </a:solidFill>
                <a:latin typeface="+mj-lt"/>
                <a:ea typeface="Arial" panose="020B0604020202020204" pitchFamily="34" charset="0"/>
              </a:rPr>
              <a:t>); </a:t>
            </a:r>
          </a:p>
          <a:p>
            <a:r>
              <a:rPr lang="fr-FR" sz="1400" i="1">
                <a:solidFill>
                  <a:srgbClr val="000000"/>
                </a:solidFill>
                <a:latin typeface="+mj-lt"/>
                <a:ea typeface="Arial" panose="020B0604020202020204" pitchFamily="34" charset="0"/>
              </a:rPr>
              <a:t>NTCK </a:t>
            </a:r>
            <a:r>
              <a:rPr lang="fr-FR" sz="1400" i="1" dirty="0">
                <a:solidFill>
                  <a:srgbClr val="000000"/>
                </a:solidFill>
                <a:latin typeface="+mj-lt"/>
                <a:ea typeface="Arial" panose="020B0604020202020204" pitchFamily="34" charset="0"/>
              </a:rPr>
              <a:t>(</a:t>
            </a:r>
            <a:r>
              <a:rPr lang="fr-FR" sz="1400" i="1" dirty="0" err="1">
                <a:solidFill>
                  <a:srgbClr val="000000"/>
                </a:solidFill>
                <a:latin typeface="+mj-lt"/>
                <a:ea typeface="Arial" panose="020B0604020202020204" pitchFamily="34" charset="0"/>
              </a:rPr>
              <a:t>Nghiệm</a:t>
            </a:r>
            <a:r>
              <a:rPr lang="fr-FR" sz="1400" i="1" dirty="0">
                <a:solidFill>
                  <a:srgbClr val="000000"/>
                </a:solidFill>
                <a:latin typeface="+mj-lt"/>
                <a:ea typeface="Arial" panose="020B0604020202020204" pitchFamily="34" charset="0"/>
              </a:rPr>
              <a:t> </a:t>
            </a:r>
            <a:r>
              <a:rPr lang="fr-FR" sz="1400" i="1" dirty="0" err="1">
                <a:solidFill>
                  <a:srgbClr val="000000"/>
                </a:solidFill>
                <a:latin typeface="+mj-lt"/>
                <a:ea typeface="Arial" panose="020B0604020202020204" pitchFamily="34" charset="0"/>
              </a:rPr>
              <a:t>thu</a:t>
            </a:r>
            <a:r>
              <a:rPr lang="fr-FR" sz="1400" i="1" dirty="0">
                <a:solidFill>
                  <a:srgbClr val="000000"/>
                </a:solidFill>
                <a:latin typeface="+mj-lt"/>
                <a:ea typeface="Arial" panose="020B0604020202020204" pitchFamily="34" charset="0"/>
              </a:rPr>
              <a:t> </a:t>
            </a:r>
            <a:r>
              <a:rPr lang="fr-FR" sz="1400" i="1" dirty="0" err="1">
                <a:solidFill>
                  <a:srgbClr val="000000"/>
                </a:solidFill>
                <a:latin typeface="+mj-lt"/>
                <a:ea typeface="Arial" panose="020B0604020202020204" pitchFamily="34" charset="0"/>
              </a:rPr>
              <a:t>cuối</a:t>
            </a:r>
            <a:r>
              <a:rPr lang="fr-FR" sz="1400" i="1" dirty="0">
                <a:solidFill>
                  <a:srgbClr val="000000"/>
                </a:solidFill>
                <a:latin typeface="+mj-lt"/>
                <a:ea typeface="Arial" panose="020B0604020202020204" pitchFamily="34" charset="0"/>
              </a:rPr>
              <a:t> </a:t>
            </a:r>
            <a:r>
              <a:rPr lang="fr-FR" sz="1400" i="1" dirty="0" err="1">
                <a:solidFill>
                  <a:srgbClr val="000000"/>
                </a:solidFill>
                <a:latin typeface="+mj-lt"/>
                <a:ea typeface="Arial" panose="020B0604020202020204" pitchFamily="34" charset="0"/>
              </a:rPr>
              <a:t>kỳ</a:t>
            </a:r>
            <a:r>
              <a:rPr lang="fr-FR" sz="1400" i="1" dirty="0">
                <a:solidFill>
                  <a:srgbClr val="000000"/>
                </a:solidFill>
                <a:latin typeface="+mj-lt"/>
                <a:ea typeface="Arial" panose="020B0604020202020204" pitchFamily="34" charset="0"/>
              </a:rPr>
              <a:t>).</a:t>
            </a:r>
            <a:endParaRPr lang="en-US" dirty="0">
              <a:latin typeface="+mj-lt"/>
            </a:endParaRPr>
          </a:p>
        </p:txBody>
      </p:sp>
      <p:sp>
        <p:nvSpPr>
          <p:cNvPr id="4" name="Slide Number Placeholder 3">
            <a:extLst>
              <a:ext uri="{FF2B5EF4-FFF2-40B4-BE49-F238E27FC236}">
                <a16:creationId xmlns:a16="http://schemas.microsoft.com/office/drawing/2014/main" id="{BA840FD9-C295-46BD-B051-B53C9189949F}"/>
              </a:ext>
            </a:extLst>
          </p:cNvPr>
          <p:cNvSpPr>
            <a:spLocks noGrp="1"/>
          </p:cNvSpPr>
          <p:nvPr>
            <p:ph type="sldNum" sz="quarter" idx="11"/>
          </p:nvPr>
        </p:nvSpPr>
        <p:spPr/>
        <p:txBody>
          <a:bodyPr/>
          <a:lstStyle/>
          <a:p>
            <a:pPr>
              <a:defRPr/>
            </a:pPr>
            <a:fld id="{E9BFE15A-3346-4571-882B-EB624BC8BD4C}" type="slidenum">
              <a:rPr lang="en-US" smtClean="0"/>
              <a:pPr>
                <a:defRPr/>
              </a:pPr>
              <a:t>16</a:t>
            </a:fld>
            <a:endParaRPr lang="en-US" dirty="0"/>
          </a:p>
        </p:txBody>
      </p:sp>
      <p:pic>
        <p:nvPicPr>
          <p:cNvPr id="10" name="Picture 9">
            <a:extLst>
              <a:ext uri="{FF2B5EF4-FFF2-40B4-BE49-F238E27FC236}">
                <a16:creationId xmlns:a16="http://schemas.microsoft.com/office/drawing/2014/main" id="{BAD9B10C-8EFC-F8C4-63FE-CBF09EF996D5}"/>
              </a:ext>
            </a:extLst>
          </p:cNvPr>
          <p:cNvPicPr>
            <a:picLocks noChangeAspect="1"/>
          </p:cNvPicPr>
          <p:nvPr/>
        </p:nvPicPr>
        <p:blipFill>
          <a:blip r:embed="rId2"/>
          <a:stretch>
            <a:fillRect/>
          </a:stretch>
        </p:blipFill>
        <p:spPr>
          <a:xfrm>
            <a:off x="4114801" y="1216332"/>
            <a:ext cx="5013960" cy="4124546"/>
          </a:xfrm>
          <a:prstGeom prst="rect">
            <a:avLst/>
          </a:prstGeom>
        </p:spPr>
      </p:pic>
    </p:spTree>
    <p:extLst>
      <p:ext uri="{BB962C8B-B14F-4D97-AF65-F5344CB8AC3E}">
        <p14:creationId xmlns:p14="http://schemas.microsoft.com/office/powerpoint/2010/main" val="3843674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7E6E1-700B-437E-9774-A44493F4856C}"/>
              </a:ext>
            </a:extLst>
          </p:cNvPr>
          <p:cNvSpPr>
            <a:spLocks noGrp="1"/>
          </p:cNvSpPr>
          <p:nvPr>
            <p:ph type="title"/>
          </p:nvPr>
        </p:nvSpPr>
        <p:spPr/>
        <p:txBody>
          <a:bodyPr/>
          <a:lstStyle/>
          <a:p>
            <a:r>
              <a:rPr lang="en-US"/>
              <a:t>Dự toán kinh phí</a:t>
            </a:r>
          </a:p>
        </p:txBody>
      </p:sp>
      <p:sp>
        <p:nvSpPr>
          <p:cNvPr id="7" name="TextBox 6">
            <a:extLst>
              <a:ext uri="{FF2B5EF4-FFF2-40B4-BE49-F238E27FC236}">
                <a16:creationId xmlns:a16="http://schemas.microsoft.com/office/drawing/2014/main" id="{12729BBC-B491-4B6B-992E-6CDA2F31FF71}"/>
              </a:ext>
            </a:extLst>
          </p:cNvPr>
          <p:cNvSpPr txBox="1"/>
          <p:nvPr/>
        </p:nvSpPr>
        <p:spPr>
          <a:xfrm>
            <a:off x="6828419" y="1368301"/>
            <a:ext cx="1814287" cy="300082"/>
          </a:xfrm>
          <a:prstGeom prst="rect">
            <a:avLst/>
          </a:prstGeom>
          <a:noFill/>
        </p:spPr>
        <p:txBody>
          <a:bodyPr wrap="square">
            <a:spAutoFit/>
          </a:bodyPr>
          <a:lstStyle/>
          <a:p>
            <a:pPr marL="85725" defTabSz="685800" fontAlgn="ctr"/>
            <a:r>
              <a:rPr lang="en-US" sz="1350" b="1" i="1" dirty="0" err="1">
                <a:latin typeface="Times New Roman" panose="02020603050405020304" pitchFamily="18" charset="0"/>
                <a:cs typeface="Times New Roman" panose="02020603050405020304" pitchFamily="18" charset="0"/>
              </a:rPr>
              <a:t>Đơn</a:t>
            </a:r>
            <a:r>
              <a:rPr lang="en-US" sz="1350" b="1" i="1" dirty="0">
                <a:latin typeface="Times New Roman" panose="02020603050405020304" pitchFamily="18" charset="0"/>
                <a:cs typeface="Times New Roman" panose="02020603050405020304" pitchFamily="18" charset="0"/>
              </a:rPr>
              <a:t> </a:t>
            </a:r>
            <a:r>
              <a:rPr lang="en-US" sz="1350" b="1" i="1" dirty="0" err="1">
                <a:latin typeface="Times New Roman" panose="02020603050405020304" pitchFamily="18" charset="0"/>
                <a:cs typeface="Times New Roman" panose="02020603050405020304" pitchFamily="18" charset="0"/>
              </a:rPr>
              <a:t>vị</a:t>
            </a:r>
            <a:r>
              <a:rPr lang="en-US" sz="1350" b="1" i="1" dirty="0">
                <a:latin typeface="Times New Roman" panose="02020603050405020304" pitchFamily="18" charset="0"/>
                <a:cs typeface="Times New Roman" panose="02020603050405020304" pitchFamily="18" charset="0"/>
              </a:rPr>
              <a:t>: </a:t>
            </a:r>
            <a:r>
              <a:rPr lang="en-US" sz="1350" b="1" i="1" dirty="0" err="1">
                <a:latin typeface="Times New Roman" panose="02020603050405020304" pitchFamily="18" charset="0"/>
                <a:cs typeface="Times New Roman" panose="02020603050405020304" pitchFamily="18" charset="0"/>
              </a:rPr>
              <a:t>Triệu</a:t>
            </a:r>
            <a:r>
              <a:rPr lang="en-US" sz="1350" b="1" i="1" dirty="0">
                <a:latin typeface="Times New Roman" panose="02020603050405020304" pitchFamily="18" charset="0"/>
                <a:cs typeface="Times New Roman" panose="02020603050405020304" pitchFamily="18" charset="0"/>
              </a:rPr>
              <a:t> VNĐ</a:t>
            </a:r>
          </a:p>
        </p:txBody>
      </p:sp>
      <p:graphicFrame>
        <p:nvGraphicFramePr>
          <p:cNvPr id="8" name="Content Placeholder 4">
            <a:extLst>
              <a:ext uri="{FF2B5EF4-FFF2-40B4-BE49-F238E27FC236}">
                <a16:creationId xmlns:a16="http://schemas.microsoft.com/office/drawing/2014/main" id="{2FD625B5-EF57-42F9-BAE9-06DCA33A14B6}"/>
              </a:ext>
            </a:extLst>
          </p:cNvPr>
          <p:cNvGraphicFramePr>
            <a:graphicFrameLocks/>
          </p:cNvGraphicFramePr>
          <p:nvPr/>
        </p:nvGraphicFramePr>
        <p:xfrm>
          <a:off x="511453" y="1696909"/>
          <a:ext cx="8141413" cy="4517734"/>
        </p:xfrm>
        <a:graphic>
          <a:graphicData uri="http://schemas.openxmlformats.org/drawingml/2006/table">
            <a:tbl>
              <a:tblPr/>
              <a:tblGrid>
                <a:gridCol w="661543">
                  <a:extLst>
                    <a:ext uri="{9D8B030D-6E8A-4147-A177-3AD203B41FA5}">
                      <a16:colId xmlns:a16="http://schemas.microsoft.com/office/drawing/2014/main" val="242208615"/>
                    </a:ext>
                  </a:extLst>
                </a:gridCol>
                <a:gridCol w="2865604">
                  <a:extLst>
                    <a:ext uri="{9D8B030D-6E8A-4147-A177-3AD203B41FA5}">
                      <a16:colId xmlns:a16="http://schemas.microsoft.com/office/drawing/2014/main" val="1944839399"/>
                    </a:ext>
                  </a:extLst>
                </a:gridCol>
                <a:gridCol w="1229360">
                  <a:extLst>
                    <a:ext uri="{9D8B030D-6E8A-4147-A177-3AD203B41FA5}">
                      <a16:colId xmlns:a16="http://schemas.microsoft.com/office/drawing/2014/main" val="1005382249"/>
                    </a:ext>
                  </a:extLst>
                </a:gridCol>
                <a:gridCol w="1052730">
                  <a:extLst>
                    <a:ext uri="{9D8B030D-6E8A-4147-A177-3AD203B41FA5}">
                      <a16:colId xmlns:a16="http://schemas.microsoft.com/office/drawing/2014/main" val="2181517312"/>
                    </a:ext>
                  </a:extLst>
                </a:gridCol>
                <a:gridCol w="1286230">
                  <a:extLst>
                    <a:ext uri="{9D8B030D-6E8A-4147-A177-3AD203B41FA5}">
                      <a16:colId xmlns:a16="http://schemas.microsoft.com/office/drawing/2014/main" val="2140188829"/>
                    </a:ext>
                  </a:extLst>
                </a:gridCol>
                <a:gridCol w="1045946">
                  <a:extLst>
                    <a:ext uri="{9D8B030D-6E8A-4147-A177-3AD203B41FA5}">
                      <a16:colId xmlns:a16="http://schemas.microsoft.com/office/drawing/2014/main" val="415584151"/>
                    </a:ext>
                  </a:extLst>
                </a:gridCol>
              </a:tblGrid>
              <a:tr h="318402">
                <a:tc rowSpan="2">
                  <a:txBody>
                    <a:bodyPr/>
                    <a:lstStyle/>
                    <a:p>
                      <a:pPr algn="ctr" fontAlgn="ctr"/>
                      <a:r>
                        <a:rPr lang="en-US" sz="1800" u="none" strike="noStrike" dirty="0">
                          <a:solidFill>
                            <a:schemeClr val="bg1"/>
                          </a:solidFill>
                          <a:effectLst/>
                          <a:latin typeface="+mj-lt"/>
                          <a:cs typeface="Times New Roman" panose="02020603050405020304" pitchFamily="18" charset="0"/>
                        </a:rPr>
                        <a:t>STT</a:t>
                      </a:r>
                      <a:endParaRPr lang="en-US" sz="1800" b="1" i="0" u="none" strike="noStrike" dirty="0">
                        <a:solidFill>
                          <a:schemeClr val="bg1"/>
                        </a:solidFill>
                        <a:effectLst/>
                        <a:latin typeface="+mj-lt"/>
                        <a:cs typeface="Times New Roman" panose="02020603050405020304" pitchFamily="18" charset="0"/>
                      </a:endParaRPr>
                    </a:p>
                  </a:txBody>
                  <a:tcPr marL="0" marR="0" marT="0" marB="0" anchor="ctr">
                    <a:solidFill>
                      <a:srgbClr val="3366CC"/>
                    </a:solidFill>
                  </a:tcPr>
                </a:tc>
                <a:tc rowSpan="2">
                  <a:txBody>
                    <a:bodyPr/>
                    <a:lstStyle/>
                    <a:p>
                      <a:pPr algn="ctr" fontAlgn="ctr"/>
                      <a:r>
                        <a:rPr lang="en-US" sz="1800" u="none" strike="noStrike" dirty="0" err="1">
                          <a:solidFill>
                            <a:schemeClr val="bg1"/>
                          </a:solidFill>
                          <a:effectLst/>
                          <a:latin typeface="+mj-lt"/>
                          <a:cs typeface="Times New Roman" panose="02020603050405020304" pitchFamily="18" charset="0"/>
                        </a:rPr>
                        <a:t>Nội</a:t>
                      </a:r>
                      <a:r>
                        <a:rPr lang="en-US" sz="1800" u="none" strike="noStrike" dirty="0">
                          <a:solidFill>
                            <a:schemeClr val="bg1"/>
                          </a:solidFill>
                          <a:effectLst/>
                          <a:latin typeface="+mj-lt"/>
                          <a:cs typeface="Times New Roman" panose="02020603050405020304" pitchFamily="18" charset="0"/>
                        </a:rPr>
                        <a:t> dung </a:t>
                      </a:r>
                      <a:r>
                        <a:rPr lang="en-US" sz="1800" u="none" strike="noStrike" dirty="0" err="1">
                          <a:solidFill>
                            <a:schemeClr val="bg1"/>
                          </a:solidFill>
                          <a:effectLst/>
                          <a:latin typeface="+mj-lt"/>
                          <a:cs typeface="Times New Roman" panose="02020603050405020304" pitchFamily="18" charset="0"/>
                        </a:rPr>
                        <a:t>các</a:t>
                      </a:r>
                      <a:r>
                        <a:rPr lang="en-US" sz="1800" u="none" strike="noStrike" dirty="0">
                          <a:solidFill>
                            <a:schemeClr val="bg1"/>
                          </a:solidFill>
                          <a:effectLst/>
                          <a:latin typeface="+mj-lt"/>
                          <a:cs typeface="Times New Roman" panose="02020603050405020304" pitchFamily="18" charset="0"/>
                        </a:rPr>
                        <a:t> </a:t>
                      </a:r>
                      <a:r>
                        <a:rPr lang="en-US" sz="1800" u="none" strike="noStrike" dirty="0" err="1">
                          <a:solidFill>
                            <a:schemeClr val="bg1"/>
                          </a:solidFill>
                          <a:effectLst/>
                          <a:latin typeface="+mj-lt"/>
                          <a:cs typeface="Times New Roman" panose="02020603050405020304" pitchFamily="18" charset="0"/>
                        </a:rPr>
                        <a:t>khoản</a:t>
                      </a:r>
                      <a:r>
                        <a:rPr lang="en-US" sz="1800" u="none" strike="noStrike" dirty="0">
                          <a:solidFill>
                            <a:schemeClr val="bg1"/>
                          </a:solidFill>
                          <a:effectLst/>
                          <a:latin typeface="+mj-lt"/>
                          <a:cs typeface="Times New Roman" panose="02020603050405020304" pitchFamily="18" charset="0"/>
                        </a:rPr>
                        <a:t> chi</a:t>
                      </a:r>
                      <a:endParaRPr lang="en-US" sz="1800" b="1" i="0" u="none" strike="noStrike" dirty="0">
                        <a:solidFill>
                          <a:schemeClr val="bg1"/>
                        </a:solidFill>
                        <a:effectLst/>
                        <a:latin typeface="+mj-lt"/>
                        <a:cs typeface="Times New Roman" panose="02020603050405020304" pitchFamily="18" charset="0"/>
                      </a:endParaRPr>
                    </a:p>
                  </a:txBody>
                  <a:tcPr marL="0" marR="0" marT="0" marB="0" anchor="ctr">
                    <a:solidFill>
                      <a:srgbClr val="3366CC"/>
                    </a:solidFill>
                  </a:tcPr>
                </a:tc>
                <a:tc gridSpan="2">
                  <a:txBody>
                    <a:bodyPr/>
                    <a:lstStyle/>
                    <a:p>
                      <a:pPr algn="ctr" fontAlgn="ctr"/>
                      <a:r>
                        <a:rPr lang="en-US" sz="1800" u="none" strike="noStrike">
                          <a:solidFill>
                            <a:schemeClr val="bg1"/>
                          </a:solidFill>
                          <a:effectLst/>
                          <a:latin typeface="+mj-lt"/>
                          <a:cs typeface="Times New Roman" panose="02020603050405020304" pitchFamily="18" charset="0"/>
                        </a:rPr>
                        <a:t>Tổng kinh phí</a:t>
                      </a:r>
                      <a:endParaRPr lang="en-US" sz="1800" b="1" i="0" u="none" strike="noStrike">
                        <a:solidFill>
                          <a:schemeClr val="bg1"/>
                        </a:solidFill>
                        <a:effectLst/>
                        <a:latin typeface="+mj-lt"/>
                        <a:cs typeface="Times New Roman" panose="02020603050405020304" pitchFamily="18" charset="0"/>
                      </a:endParaRPr>
                    </a:p>
                  </a:txBody>
                  <a:tcPr marL="0" marR="0" marT="0" marB="0" anchor="ctr">
                    <a:solidFill>
                      <a:srgbClr val="3366CC"/>
                    </a:solidFill>
                  </a:tcPr>
                </a:tc>
                <a:tc hMerge="1">
                  <a:txBody>
                    <a:bodyPr/>
                    <a:lstStyle/>
                    <a:p>
                      <a:endParaRPr lang="en-US"/>
                    </a:p>
                  </a:txBody>
                  <a:tcPr/>
                </a:tc>
                <a:tc gridSpan="2">
                  <a:txBody>
                    <a:bodyPr/>
                    <a:lstStyle/>
                    <a:p>
                      <a:pPr algn="ctr" fontAlgn="ctr"/>
                      <a:r>
                        <a:rPr lang="en-US" sz="1800" u="none" strike="noStrike">
                          <a:solidFill>
                            <a:schemeClr val="bg1"/>
                          </a:solidFill>
                          <a:effectLst/>
                          <a:latin typeface="+mj-lt"/>
                          <a:cs typeface="Times New Roman" panose="02020603050405020304" pitchFamily="18" charset="0"/>
                        </a:rPr>
                        <a:t>Nguồn vốn</a:t>
                      </a:r>
                      <a:endParaRPr lang="en-US" sz="1800" b="1" i="0" u="none" strike="noStrike">
                        <a:solidFill>
                          <a:schemeClr val="bg1"/>
                        </a:solidFill>
                        <a:effectLst/>
                        <a:latin typeface="+mj-lt"/>
                        <a:cs typeface="Times New Roman" panose="02020603050405020304" pitchFamily="18" charset="0"/>
                      </a:endParaRPr>
                    </a:p>
                  </a:txBody>
                  <a:tcPr marL="0" marR="0" marT="0" marB="0" anchor="ctr">
                    <a:solidFill>
                      <a:srgbClr val="3366CC"/>
                    </a:solidFill>
                  </a:tcPr>
                </a:tc>
                <a:tc hMerge="1">
                  <a:txBody>
                    <a:bodyPr/>
                    <a:lstStyle/>
                    <a:p>
                      <a:endParaRPr lang="en-US"/>
                    </a:p>
                  </a:txBody>
                  <a:tcPr/>
                </a:tc>
                <a:extLst>
                  <a:ext uri="{0D108BD9-81ED-4DB2-BD59-A6C34878D82A}">
                    <a16:rowId xmlns:a16="http://schemas.microsoft.com/office/drawing/2014/main" val="2012704441"/>
                  </a:ext>
                </a:extLst>
              </a:tr>
              <a:tr h="318402">
                <a:tc vMerge="1">
                  <a:txBody>
                    <a:bodyPr/>
                    <a:lstStyle/>
                    <a:p>
                      <a:endParaRPr lang="en-US"/>
                    </a:p>
                  </a:txBody>
                  <a:tcPr/>
                </a:tc>
                <a:tc vMerge="1">
                  <a:txBody>
                    <a:bodyPr/>
                    <a:lstStyle/>
                    <a:p>
                      <a:endParaRPr lang="en-US"/>
                    </a:p>
                  </a:txBody>
                  <a:tcPr/>
                </a:tc>
                <a:tc>
                  <a:txBody>
                    <a:bodyPr/>
                    <a:lstStyle/>
                    <a:p>
                      <a:pPr algn="ctr" fontAlgn="ctr"/>
                      <a:r>
                        <a:rPr lang="en-US" sz="1800" u="none" strike="noStrike" dirty="0" err="1">
                          <a:solidFill>
                            <a:schemeClr val="bg1"/>
                          </a:solidFill>
                          <a:effectLst/>
                          <a:latin typeface="+mj-lt"/>
                          <a:cs typeface="Times New Roman" panose="02020603050405020304" pitchFamily="18" charset="0"/>
                        </a:rPr>
                        <a:t>Khoán</a:t>
                      </a:r>
                      <a:r>
                        <a:rPr lang="en-US" sz="1800" u="none" strike="noStrike" dirty="0">
                          <a:solidFill>
                            <a:schemeClr val="bg1"/>
                          </a:solidFill>
                          <a:effectLst/>
                          <a:latin typeface="+mj-lt"/>
                          <a:cs typeface="Times New Roman" panose="02020603050405020304" pitchFamily="18" charset="0"/>
                        </a:rPr>
                        <a:t> chi</a:t>
                      </a:r>
                      <a:endParaRPr lang="en-US" sz="1800" b="1" i="0" u="none" strike="noStrike" dirty="0">
                        <a:solidFill>
                          <a:schemeClr val="bg1"/>
                        </a:solidFill>
                        <a:effectLst/>
                        <a:latin typeface="+mj-lt"/>
                        <a:cs typeface="Times New Roman" panose="02020603050405020304" pitchFamily="18" charset="0"/>
                      </a:endParaRPr>
                    </a:p>
                  </a:txBody>
                  <a:tcPr marL="0" marR="0" marT="0" marB="0" anchor="ctr">
                    <a:solidFill>
                      <a:srgbClr val="3366CC"/>
                    </a:solidFill>
                  </a:tcPr>
                </a:tc>
                <a:tc>
                  <a:txBody>
                    <a:bodyPr/>
                    <a:lstStyle/>
                    <a:p>
                      <a:pPr algn="ctr" fontAlgn="ctr"/>
                      <a:r>
                        <a:rPr lang="en-US" sz="1800" u="none" strike="noStrike">
                          <a:solidFill>
                            <a:schemeClr val="bg1"/>
                          </a:solidFill>
                          <a:effectLst/>
                          <a:latin typeface="+mj-lt"/>
                          <a:cs typeface="Times New Roman" panose="02020603050405020304" pitchFamily="18" charset="0"/>
                        </a:rPr>
                        <a:t>Ngoài khoán</a:t>
                      </a:r>
                      <a:endParaRPr lang="en-US" sz="1800" b="1" i="0" u="none" strike="noStrike">
                        <a:solidFill>
                          <a:schemeClr val="bg1"/>
                        </a:solidFill>
                        <a:effectLst/>
                        <a:latin typeface="+mj-lt"/>
                        <a:cs typeface="Times New Roman" panose="02020603050405020304" pitchFamily="18" charset="0"/>
                      </a:endParaRPr>
                    </a:p>
                  </a:txBody>
                  <a:tcPr marL="0" marR="0" marT="0" marB="0" anchor="ctr">
                    <a:solidFill>
                      <a:srgbClr val="3366CC"/>
                    </a:solidFill>
                  </a:tcPr>
                </a:tc>
                <a:tc>
                  <a:txBody>
                    <a:bodyPr/>
                    <a:lstStyle/>
                    <a:p>
                      <a:pPr algn="ctr" fontAlgn="ctr"/>
                      <a:r>
                        <a:rPr lang="en-US" sz="1800" u="none" strike="noStrike">
                          <a:solidFill>
                            <a:schemeClr val="bg1"/>
                          </a:solidFill>
                          <a:effectLst/>
                          <a:latin typeface="+mj-lt"/>
                          <a:cs typeface="Times New Roman" panose="02020603050405020304" pitchFamily="18" charset="0"/>
                        </a:rPr>
                        <a:t>NSNN</a:t>
                      </a:r>
                      <a:endParaRPr lang="en-US" sz="1800" b="1" i="0" u="none" strike="noStrike">
                        <a:solidFill>
                          <a:schemeClr val="bg1"/>
                        </a:solidFill>
                        <a:effectLst/>
                        <a:latin typeface="+mj-lt"/>
                        <a:cs typeface="Times New Roman" panose="02020603050405020304" pitchFamily="18" charset="0"/>
                      </a:endParaRPr>
                    </a:p>
                  </a:txBody>
                  <a:tcPr marL="0" marR="0" marT="0" marB="0" anchor="ctr">
                    <a:solidFill>
                      <a:srgbClr val="3366CC"/>
                    </a:solidFill>
                  </a:tcPr>
                </a:tc>
                <a:tc>
                  <a:txBody>
                    <a:bodyPr/>
                    <a:lstStyle/>
                    <a:p>
                      <a:pPr algn="ctr" fontAlgn="ctr"/>
                      <a:r>
                        <a:rPr lang="en-US" sz="1800" u="none" strike="noStrike">
                          <a:solidFill>
                            <a:schemeClr val="bg1"/>
                          </a:solidFill>
                          <a:effectLst/>
                          <a:latin typeface="+mj-lt"/>
                          <a:cs typeface="Times New Roman" panose="02020603050405020304" pitchFamily="18" charset="0"/>
                        </a:rPr>
                        <a:t>Khác</a:t>
                      </a:r>
                      <a:endParaRPr lang="en-US" sz="1800" b="1" i="0" u="none" strike="noStrike">
                        <a:solidFill>
                          <a:schemeClr val="bg1"/>
                        </a:solidFill>
                        <a:effectLst/>
                        <a:latin typeface="+mj-lt"/>
                        <a:cs typeface="Times New Roman" panose="02020603050405020304" pitchFamily="18" charset="0"/>
                      </a:endParaRPr>
                    </a:p>
                  </a:txBody>
                  <a:tcPr marL="0" marR="0" marT="0" marB="0" anchor="ctr">
                    <a:solidFill>
                      <a:srgbClr val="3366CC"/>
                    </a:solidFill>
                  </a:tcPr>
                </a:tc>
                <a:extLst>
                  <a:ext uri="{0D108BD9-81ED-4DB2-BD59-A6C34878D82A}">
                    <a16:rowId xmlns:a16="http://schemas.microsoft.com/office/drawing/2014/main" val="1860464966"/>
                  </a:ext>
                </a:extLst>
              </a:tr>
              <a:tr h="435688">
                <a:tc>
                  <a:txBody>
                    <a:bodyPr/>
                    <a:lstStyle/>
                    <a:p>
                      <a:pPr algn="ctr" fontAlgn="ctr"/>
                      <a:r>
                        <a:rPr lang="en-US" sz="1800" u="none" strike="noStrike">
                          <a:effectLst/>
                          <a:latin typeface="+mj-lt"/>
                          <a:cs typeface="Times New Roman" panose="02020603050405020304" pitchFamily="18" charset="0"/>
                        </a:rPr>
                        <a:t>1</a:t>
                      </a:r>
                      <a:endParaRPr lang="en-US" sz="1800" b="0" i="0" u="none" strike="noStrike">
                        <a:solidFill>
                          <a:srgbClr val="000000"/>
                        </a:solidFill>
                        <a:effectLst/>
                        <a:latin typeface="+mj-lt"/>
                        <a:cs typeface="Times New Roman" panose="02020603050405020304" pitchFamily="18" charset="0"/>
                      </a:endParaRPr>
                    </a:p>
                  </a:txBody>
                  <a:tcPr marL="0" marR="0" marT="0" marB="0" anchor="ctr"/>
                </a:tc>
                <a:tc>
                  <a:txBody>
                    <a:bodyPr/>
                    <a:lstStyle/>
                    <a:p>
                      <a:pPr marL="112713" indent="0" algn="l" fontAlgn="ctr"/>
                      <a:r>
                        <a:rPr lang="en-US" sz="1800" u="none" strike="noStrike" dirty="0">
                          <a:effectLst/>
                          <a:latin typeface="+mj-lt"/>
                          <a:cs typeface="Times New Roman" panose="02020603050405020304" pitchFamily="18" charset="0"/>
                        </a:rPr>
                        <a:t>Công </a:t>
                      </a:r>
                      <a:r>
                        <a:rPr lang="en-US" sz="1800" u="none" strike="noStrike" dirty="0" err="1">
                          <a:effectLst/>
                          <a:latin typeface="+mj-lt"/>
                          <a:cs typeface="Times New Roman" panose="02020603050405020304" pitchFamily="18" charset="0"/>
                        </a:rPr>
                        <a:t>lao</a:t>
                      </a:r>
                      <a:r>
                        <a:rPr lang="en-US" sz="1800" u="none" strike="noStrike" dirty="0">
                          <a:effectLst/>
                          <a:latin typeface="+mj-lt"/>
                          <a:cs typeface="Times New Roman" panose="02020603050405020304" pitchFamily="18" charset="0"/>
                        </a:rPr>
                        <a:t> </a:t>
                      </a:r>
                      <a:r>
                        <a:rPr lang="en-US" sz="1800" u="none" strike="noStrike" dirty="0" err="1">
                          <a:effectLst/>
                          <a:latin typeface="+mj-lt"/>
                          <a:cs typeface="Times New Roman" panose="02020603050405020304" pitchFamily="18" charset="0"/>
                        </a:rPr>
                        <a:t>động</a:t>
                      </a:r>
                      <a:r>
                        <a:rPr lang="en-US" sz="1800" u="none" strike="noStrike" dirty="0">
                          <a:effectLst/>
                          <a:latin typeface="+mj-lt"/>
                          <a:cs typeface="Times New Roman" panose="02020603050405020304" pitchFamily="18" charset="0"/>
                        </a:rPr>
                        <a:t> </a:t>
                      </a:r>
                      <a:r>
                        <a:rPr lang="en-US" sz="1800" u="none" strike="noStrike" dirty="0" err="1">
                          <a:effectLst/>
                          <a:latin typeface="+mj-lt"/>
                          <a:cs typeface="Times New Roman" panose="02020603050405020304" pitchFamily="18" charset="0"/>
                        </a:rPr>
                        <a:t>trực</a:t>
                      </a:r>
                      <a:r>
                        <a:rPr lang="en-US" sz="1800" u="none" strike="noStrike" dirty="0">
                          <a:effectLst/>
                          <a:latin typeface="+mj-lt"/>
                          <a:cs typeface="Times New Roman" panose="02020603050405020304" pitchFamily="18" charset="0"/>
                        </a:rPr>
                        <a:t> </a:t>
                      </a:r>
                      <a:r>
                        <a:rPr lang="en-US" sz="1800" u="none" strike="noStrike" dirty="0" err="1">
                          <a:effectLst/>
                          <a:latin typeface="+mj-lt"/>
                          <a:cs typeface="Times New Roman" panose="02020603050405020304" pitchFamily="18" charset="0"/>
                        </a:rPr>
                        <a:t>tiếp</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1,954,361</a:t>
                      </a:r>
                      <a:endParaRPr lang="en-US" sz="1800" b="0" i="0" u="none" strike="noStrike" dirty="0">
                        <a:solidFill>
                          <a:srgbClr val="FF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1,954,361</a:t>
                      </a:r>
                      <a:endParaRPr lang="en-US" sz="1800" b="0" i="0" u="none" strike="noStrike" dirty="0">
                        <a:solidFill>
                          <a:srgbClr val="FF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extLst>
                  <a:ext uri="{0D108BD9-81ED-4DB2-BD59-A6C34878D82A}">
                    <a16:rowId xmlns:a16="http://schemas.microsoft.com/office/drawing/2014/main" val="373298612"/>
                  </a:ext>
                </a:extLst>
              </a:tr>
              <a:tr h="155049">
                <a:tc>
                  <a:txBody>
                    <a:bodyPr/>
                    <a:lstStyle/>
                    <a:p>
                      <a:pPr algn="ctr" fontAlgn="ctr"/>
                      <a:r>
                        <a:rPr lang="en-US" sz="1800" u="none" strike="noStrike" dirty="0">
                          <a:effectLst/>
                          <a:latin typeface="+mj-lt"/>
                          <a:cs typeface="Times New Roman" panose="02020603050405020304" pitchFamily="18" charset="0"/>
                        </a:rPr>
                        <a:t>2</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marL="112713" indent="0" algn="l" fontAlgn="ctr"/>
                      <a:r>
                        <a:rPr lang="it-IT" sz="1800" u="none" strike="noStrike" dirty="0">
                          <a:effectLst/>
                          <a:latin typeface="+mj-lt"/>
                          <a:cs typeface="Times New Roman" panose="02020603050405020304" pitchFamily="18" charset="0"/>
                        </a:rPr>
                        <a:t>Chi điều tra, khảo sát</a:t>
                      </a:r>
                      <a:endParaRPr lang="it-IT"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20,990</a:t>
                      </a:r>
                      <a:endParaRPr lang="en-US" sz="1800" b="0" i="0" u="none" strike="noStrike" dirty="0">
                        <a:solidFill>
                          <a:srgbClr val="FF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20,990</a:t>
                      </a:r>
                      <a:endParaRPr lang="en-US" sz="1800" b="0" i="0" u="none" strike="noStrike" dirty="0">
                        <a:solidFill>
                          <a:srgbClr val="FF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extLst>
                  <a:ext uri="{0D108BD9-81ED-4DB2-BD59-A6C34878D82A}">
                    <a16:rowId xmlns:a16="http://schemas.microsoft.com/office/drawing/2014/main" val="3490581720"/>
                  </a:ext>
                </a:extLst>
              </a:tr>
              <a:tr h="394195">
                <a:tc>
                  <a:txBody>
                    <a:bodyPr/>
                    <a:lstStyle/>
                    <a:p>
                      <a:pPr algn="ctr" fontAlgn="ctr"/>
                      <a:r>
                        <a:rPr lang="en-US" sz="1800" u="none" strike="noStrike" dirty="0">
                          <a:effectLst/>
                          <a:latin typeface="+mj-lt"/>
                          <a:cs typeface="Times New Roman" panose="02020603050405020304" pitchFamily="18" charset="0"/>
                        </a:rPr>
                        <a:t>3</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marL="112713" indent="0" algn="l" fontAlgn="ctr"/>
                      <a:r>
                        <a:rPr lang="it-IT" sz="1800" u="none" strike="noStrike" dirty="0">
                          <a:effectLst/>
                          <a:latin typeface="+mj-lt"/>
                          <a:cs typeface="Times New Roman" panose="02020603050405020304" pitchFamily="18" charset="0"/>
                        </a:rPr>
                        <a:t>Chi văn phòng phẩm, in ấn</a:t>
                      </a:r>
                      <a:endParaRPr lang="it-IT"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           8000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8000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extLst>
                  <a:ext uri="{0D108BD9-81ED-4DB2-BD59-A6C34878D82A}">
                    <a16:rowId xmlns:a16="http://schemas.microsoft.com/office/drawing/2014/main" val="4152852901"/>
                  </a:ext>
                </a:extLst>
              </a:tr>
              <a:tr h="394195">
                <a:tc>
                  <a:txBody>
                    <a:bodyPr/>
                    <a:lstStyle/>
                    <a:p>
                      <a:pPr algn="ctr" fontAlgn="ctr"/>
                      <a:r>
                        <a:rPr lang="en-US" sz="1800" u="none" strike="noStrike" dirty="0">
                          <a:effectLst/>
                          <a:latin typeface="+mj-lt"/>
                          <a:cs typeface="Times New Roman" panose="02020603050405020304" pitchFamily="18" charset="0"/>
                        </a:rPr>
                        <a:t>4</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marL="112713" indent="0" algn="l" fontAlgn="ctr"/>
                      <a:r>
                        <a:rPr lang="en-US" sz="1800" u="none" strike="noStrike" dirty="0">
                          <a:effectLst/>
                          <a:latin typeface="+mj-lt"/>
                          <a:cs typeface="Times New Roman" panose="02020603050405020304" pitchFamily="18" charset="0"/>
                        </a:rPr>
                        <a:t>Chi </a:t>
                      </a:r>
                      <a:r>
                        <a:rPr lang="en-US" sz="1800" u="none" strike="noStrike" dirty="0" err="1">
                          <a:effectLst/>
                          <a:latin typeface="+mj-lt"/>
                          <a:cs typeface="Times New Roman" panose="02020603050405020304" pitchFamily="18" charset="0"/>
                        </a:rPr>
                        <a:t>hội</a:t>
                      </a:r>
                      <a:r>
                        <a:rPr lang="en-US" sz="1800" u="none" strike="noStrike" dirty="0">
                          <a:effectLst/>
                          <a:latin typeface="+mj-lt"/>
                          <a:cs typeface="Times New Roman" panose="02020603050405020304" pitchFamily="18" charset="0"/>
                        </a:rPr>
                        <a:t> </a:t>
                      </a:r>
                      <a:r>
                        <a:rPr lang="en-US" sz="1800" u="none" strike="noStrike" dirty="0" err="1">
                          <a:effectLst/>
                          <a:latin typeface="+mj-lt"/>
                          <a:cs typeface="Times New Roman" panose="02020603050405020304" pitchFamily="18" charset="0"/>
                        </a:rPr>
                        <a:t>thảo</a:t>
                      </a:r>
                      <a:r>
                        <a:rPr lang="en-US" sz="1800" u="none" strike="noStrike" dirty="0">
                          <a:effectLst/>
                          <a:latin typeface="+mj-lt"/>
                          <a:cs typeface="Times New Roman" panose="02020603050405020304" pitchFamily="18" charset="0"/>
                        </a:rPr>
                        <a:t> khoa </a:t>
                      </a:r>
                      <a:r>
                        <a:rPr lang="en-US" sz="1800" u="none" strike="noStrike" dirty="0" err="1">
                          <a:effectLst/>
                          <a:latin typeface="+mj-lt"/>
                          <a:cs typeface="Times New Roman" panose="02020603050405020304" pitchFamily="18" charset="0"/>
                        </a:rPr>
                        <a:t>học</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32,470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32,470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extLst>
                  <a:ext uri="{0D108BD9-81ED-4DB2-BD59-A6C34878D82A}">
                    <a16:rowId xmlns:a16="http://schemas.microsoft.com/office/drawing/2014/main" val="1152489271"/>
                  </a:ext>
                </a:extLst>
              </a:tr>
              <a:tr h="433451">
                <a:tc>
                  <a:txBody>
                    <a:bodyPr/>
                    <a:lstStyle/>
                    <a:p>
                      <a:pPr algn="ctr" fontAlgn="ctr"/>
                      <a:r>
                        <a:rPr lang="en-US" sz="1800" b="0" i="0" u="none" strike="noStrike">
                          <a:solidFill>
                            <a:srgbClr val="000000"/>
                          </a:solidFill>
                          <a:effectLst/>
                          <a:latin typeface="+mj-lt"/>
                          <a:cs typeface="Times New Roman" panose="02020603050405020304" pitchFamily="18" charset="0"/>
                        </a:rPr>
                        <a:t>5</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marL="112713" indent="0" algn="l" fontAlgn="ctr"/>
                      <a:r>
                        <a:rPr lang="en-US" sz="1800" b="0" i="0" u="none" strike="noStrike">
                          <a:solidFill>
                            <a:srgbClr val="000000"/>
                          </a:solidFill>
                          <a:effectLst/>
                          <a:latin typeface="+mj-lt"/>
                          <a:cs typeface="Times New Roman" panose="02020603050405020304" pitchFamily="18" charset="0"/>
                        </a:rPr>
                        <a:t>Hội đồng tư vấn</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b="0" i="0" u="none" strike="noStrike">
                          <a:solidFill>
                            <a:srgbClr val="000000"/>
                          </a:solidFill>
                          <a:effectLst/>
                          <a:latin typeface="+mj-lt"/>
                          <a:cs typeface="Times New Roman" panose="02020603050405020304" pitchFamily="18" charset="0"/>
                        </a:rPr>
                        <a:t>7,100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b="0" i="0" u="none" strike="noStrike">
                          <a:solidFill>
                            <a:srgbClr val="000000"/>
                          </a:solidFill>
                          <a:effectLst/>
                          <a:latin typeface="+mj-lt"/>
                          <a:cs typeface="Times New Roman" panose="02020603050405020304" pitchFamily="18" charset="0"/>
                        </a:rPr>
                        <a:t>7,100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extLst>
                  <a:ext uri="{0D108BD9-81ED-4DB2-BD59-A6C34878D82A}">
                    <a16:rowId xmlns:a16="http://schemas.microsoft.com/office/drawing/2014/main" val="2594223790"/>
                  </a:ext>
                </a:extLst>
              </a:tr>
              <a:tr h="533400">
                <a:tc>
                  <a:txBody>
                    <a:bodyPr/>
                    <a:lstStyle/>
                    <a:p>
                      <a:pPr algn="ctr" fontAlgn="ctr"/>
                      <a:r>
                        <a:rPr lang="en-US" sz="1800" b="0" i="0" u="none" strike="noStrike">
                          <a:solidFill>
                            <a:srgbClr val="000000"/>
                          </a:solidFill>
                          <a:effectLst/>
                          <a:latin typeface="+mj-lt"/>
                          <a:cs typeface="Times New Roman" panose="02020603050405020304" pitchFamily="18" charset="0"/>
                        </a:rPr>
                        <a:t>6</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marL="112713" indent="0" algn="l" fontAlgn="ctr"/>
                      <a:r>
                        <a:rPr lang="en-US" sz="1800" b="0" i="0" u="none" strike="noStrike">
                          <a:solidFill>
                            <a:srgbClr val="000000"/>
                          </a:solidFill>
                          <a:effectLst/>
                          <a:latin typeface="+mj-lt"/>
                          <a:cs typeface="Times New Roman" panose="02020603050405020304" pitchFamily="18" charset="0"/>
                        </a:rPr>
                        <a:t>Chi khác</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b="0" i="0" u="none" strike="noStrike">
                          <a:solidFill>
                            <a:srgbClr val="000000"/>
                          </a:solidFill>
                          <a:effectLst/>
                          <a:latin typeface="+mj-lt"/>
                          <a:cs typeface="Times New Roman" panose="02020603050405020304" pitchFamily="18" charset="0"/>
                        </a:rPr>
                        <a:t>3,500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b="0" i="0" u="none" strike="noStrike">
                          <a:solidFill>
                            <a:srgbClr val="000000"/>
                          </a:solidFill>
                          <a:effectLst/>
                          <a:latin typeface="+mj-lt"/>
                          <a:cs typeface="Times New Roman" panose="02020603050405020304" pitchFamily="18" charset="0"/>
                        </a:rPr>
                        <a:t>3,500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extLst>
                  <a:ext uri="{0D108BD9-81ED-4DB2-BD59-A6C34878D82A}">
                    <a16:rowId xmlns:a16="http://schemas.microsoft.com/office/drawing/2014/main" val="3527951708"/>
                  </a:ext>
                </a:extLst>
              </a:tr>
              <a:tr h="636803">
                <a:tc>
                  <a:txBody>
                    <a:bodyPr/>
                    <a:lstStyle/>
                    <a:p>
                      <a:pPr algn="ctr" fontAlgn="ctr"/>
                      <a:r>
                        <a:rPr lang="en-US" sz="1800" b="0" i="0" u="none" strike="noStrike" dirty="0">
                          <a:solidFill>
                            <a:srgbClr val="000000"/>
                          </a:solidFill>
                          <a:effectLst/>
                          <a:latin typeface="+mj-lt"/>
                          <a:cs typeface="Times New Roman" panose="02020603050405020304" pitchFamily="18" charset="0"/>
                        </a:rPr>
                        <a:t>7</a:t>
                      </a:r>
                    </a:p>
                  </a:txBody>
                  <a:tcPr marL="0" marR="0" marT="0" marB="0" anchor="ctr"/>
                </a:tc>
                <a:tc>
                  <a:txBody>
                    <a:bodyPr/>
                    <a:lstStyle/>
                    <a:p>
                      <a:pPr marL="112713" indent="0" algn="l" fontAlgn="ctr"/>
                      <a:r>
                        <a:rPr lang="en-US" sz="1800" u="none" strike="noStrike" dirty="0">
                          <a:effectLst/>
                          <a:latin typeface="+mj-lt"/>
                          <a:cs typeface="Times New Roman" panose="02020603050405020304" pitchFamily="18" charset="0"/>
                        </a:rPr>
                        <a:t>Chi </a:t>
                      </a:r>
                      <a:r>
                        <a:rPr lang="en-US" sz="1800" u="none" strike="noStrike" dirty="0" err="1">
                          <a:effectLst/>
                          <a:latin typeface="+mj-lt"/>
                          <a:cs typeface="Times New Roman" panose="02020603050405020304" pitchFamily="18" charset="0"/>
                        </a:rPr>
                        <a:t>quản</a:t>
                      </a:r>
                      <a:r>
                        <a:rPr lang="en-US" sz="1800" u="none" strike="noStrike" dirty="0">
                          <a:effectLst/>
                          <a:latin typeface="+mj-lt"/>
                          <a:cs typeface="Times New Roman" panose="02020603050405020304" pitchFamily="18" charset="0"/>
                        </a:rPr>
                        <a:t> </a:t>
                      </a:r>
                      <a:r>
                        <a:rPr lang="en-US" sz="1800" u="none" strike="noStrike" dirty="0" err="1">
                          <a:effectLst/>
                          <a:latin typeface="+mj-lt"/>
                          <a:cs typeface="Times New Roman" panose="02020603050405020304" pitchFamily="18" charset="0"/>
                        </a:rPr>
                        <a:t>lý</a:t>
                      </a:r>
                      <a:r>
                        <a:rPr lang="en-US" sz="1800" u="none" strike="noStrike" dirty="0">
                          <a:effectLst/>
                          <a:latin typeface="+mj-lt"/>
                          <a:cs typeface="Times New Roman" panose="02020603050405020304" pitchFamily="18" charset="0"/>
                        </a:rPr>
                        <a:t> </a:t>
                      </a:r>
                      <a:r>
                        <a:rPr lang="en-US" sz="1800" u="none" strike="noStrike" dirty="0" err="1">
                          <a:effectLst/>
                          <a:latin typeface="+mj-lt"/>
                          <a:cs typeface="Times New Roman" panose="02020603050405020304" pitchFamily="18" charset="0"/>
                        </a:rPr>
                        <a:t>chung</a:t>
                      </a:r>
                      <a:r>
                        <a:rPr lang="en-US" sz="1800" u="none" strike="noStrike" dirty="0">
                          <a:effectLst/>
                          <a:latin typeface="+mj-lt"/>
                          <a:cs typeface="Times New Roman" panose="02020603050405020304" pitchFamily="18" charset="0"/>
                        </a:rPr>
                        <a:t> </a:t>
                      </a:r>
                      <a:r>
                        <a:rPr lang="en-US" sz="1800" u="none" strike="noStrike" dirty="0" err="1">
                          <a:effectLst/>
                          <a:latin typeface="+mj-lt"/>
                          <a:cs typeface="Times New Roman" panose="02020603050405020304" pitchFamily="18" charset="0"/>
                        </a:rPr>
                        <a:t>nhiệm</a:t>
                      </a:r>
                      <a:r>
                        <a:rPr lang="en-US" sz="1800" u="none" strike="noStrike" dirty="0">
                          <a:effectLst/>
                          <a:latin typeface="+mj-lt"/>
                          <a:cs typeface="Times New Roman" panose="02020603050405020304" pitchFamily="18" charset="0"/>
                        </a:rPr>
                        <a:t> </a:t>
                      </a:r>
                      <a:r>
                        <a:rPr lang="en-US" sz="1800" u="none" strike="noStrike" dirty="0" err="1">
                          <a:effectLst/>
                          <a:latin typeface="+mj-lt"/>
                          <a:cs typeface="Times New Roman" panose="02020603050405020304" pitchFamily="18" charset="0"/>
                        </a:rPr>
                        <a:t>vụ</a:t>
                      </a:r>
                      <a:r>
                        <a:rPr lang="en-US" sz="1800" u="none" strike="noStrike" dirty="0">
                          <a:effectLst/>
                          <a:latin typeface="+mj-lt"/>
                          <a:cs typeface="Times New Roman" panose="02020603050405020304" pitchFamily="18" charset="0"/>
                        </a:rPr>
                        <a:t> KH&amp;CN</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101,000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u="none" strike="noStrike">
                          <a:effectLst/>
                          <a:latin typeface="+mj-lt"/>
                          <a:cs typeface="Times New Roman" panose="02020603050405020304" pitchFamily="18" charset="0"/>
                        </a:rPr>
                        <a:t>101,000</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extLst>
                  <a:ext uri="{0D108BD9-81ED-4DB2-BD59-A6C34878D82A}">
                    <a16:rowId xmlns:a16="http://schemas.microsoft.com/office/drawing/2014/main" val="3499426370"/>
                  </a:ext>
                </a:extLst>
              </a:tr>
              <a:tr h="318402">
                <a:tc>
                  <a:txBody>
                    <a:bodyPr/>
                    <a:lstStyle/>
                    <a:p>
                      <a:pPr algn="ctr" fontAlgn="ctr"/>
                      <a:endParaRPr lang="en-US" sz="1800" b="0"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ctr" fontAlgn="ctr"/>
                      <a:r>
                        <a:rPr lang="en-US" sz="1800" b="1" u="none" strike="noStrike" dirty="0" err="1">
                          <a:effectLst/>
                          <a:latin typeface="+mj-lt"/>
                          <a:cs typeface="Times New Roman" panose="02020603050405020304" pitchFamily="18" charset="0"/>
                        </a:rPr>
                        <a:t>Tổng</a:t>
                      </a:r>
                      <a:r>
                        <a:rPr lang="en-US" sz="1800" b="1" u="none" strike="noStrike" dirty="0">
                          <a:effectLst/>
                          <a:latin typeface="+mj-lt"/>
                          <a:cs typeface="Times New Roman" panose="02020603050405020304" pitchFamily="18" charset="0"/>
                        </a:rPr>
                        <a:t> </a:t>
                      </a:r>
                      <a:r>
                        <a:rPr lang="en-US" sz="1800" b="1" u="none" strike="noStrike" dirty="0" err="1">
                          <a:effectLst/>
                          <a:latin typeface="+mj-lt"/>
                          <a:cs typeface="Times New Roman" panose="02020603050405020304" pitchFamily="18" charset="0"/>
                        </a:rPr>
                        <a:t>cộng</a:t>
                      </a:r>
                      <a:endParaRPr lang="en-US" sz="1800" b="1"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b="1" u="none" strike="noStrike">
                          <a:effectLst/>
                          <a:latin typeface="+mj-lt"/>
                          <a:cs typeface="Times New Roman" panose="02020603050405020304" pitchFamily="18" charset="0"/>
                        </a:rPr>
                        <a:t>      2,127,421</a:t>
                      </a:r>
                      <a:endParaRPr lang="en-US" sz="1800" b="1" i="0" u="none" strike="noStrike" dirty="0">
                        <a:solidFill>
                          <a:srgbClr val="FF0000"/>
                        </a:solidFill>
                        <a:effectLst/>
                        <a:latin typeface="+mj-lt"/>
                        <a:cs typeface="Times New Roman" panose="02020603050405020304" pitchFamily="18" charset="0"/>
                      </a:endParaRPr>
                    </a:p>
                  </a:txBody>
                  <a:tcPr marL="0" marR="0" marT="0" marB="0" anchor="ctr"/>
                </a:tc>
                <a:tc>
                  <a:txBody>
                    <a:bodyPr/>
                    <a:lstStyle/>
                    <a:p>
                      <a:pPr algn="ctr" fontAlgn="ctr"/>
                      <a:r>
                        <a:rPr lang="en-US" sz="1800" b="1" u="none" strike="noStrike" dirty="0">
                          <a:effectLst/>
                          <a:latin typeface="+mj-lt"/>
                          <a:cs typeface="Times New Roman" panose="02020603050405020304" pitchFamily="18" charset="0"/>
                        </a:rPr>
                        <a:t>-   </a:t>
                      </a:r>
                      <a:endParaRPr lang="en-US" sz="1800" b="1" i="0" u="none" strike="noStrike" dirty="0">
                        <a:solidFill>
                          <a:srgbClr val="000000"/>
                        </a:solidFill>
                        <a:effectLst/>
                        <a:latin typeface="+mj-lt"/>
                        <a:cs typeface="Times New Roman" panose="02020603050405020304" pitchFamily="18" charset="0"/>
                      </a:endParaRPr>
                    </a:p>
                  </a:txBody>
                  <a:tcPr marL="0" marR="0" marT="0" marB="0" anchor="ctr"/>
                </a:tc>
                <a:tc>
                  <a:txBody>
                    <a:bodyPr/>
                    <a:lstStyle/>
                    <a:p>
                      <a:pPr algn="r" fontAlgn="ctr"/>
                      <a:r>
                        <a:rPr lang="en-US" sz="1800" b="1" u="none" strike="noStrike">
                          <a:effectLst/>
                          <a:latin typeface="+mj-lt"/>
                          <a:cs typeface="Times New Roman" panose="02020603050405020304" pitchFamily="18" charset="0"/>
                        </a:rPr>
                        <a:t>2,127,421</a:t>
                      </a:r>
                      <a:endParaRPr lang="en-US" sz="1800" b="1" i="0" u="none" strike="noStrike" dirty="0">
                        <a:solidFill>
                          <a:srgbClr val="FF0000"/>
                        </a:solidFill>
                        <a:effectLst/>
                        <a:latin typeface="+mj-lt"/>
                        <a:cs typeface="Times New Roman" panose="02020603050405020304" pitchFamily="18" charset="0"/>
                      </a:endParaRPr>
                    </a:p>
                  </a:txBody>
                  <a:tcPr marL="0" marR="0" marT="0" marB="0" anchor="ctr"/>
                </a:tc>
                <a:tc>
                  <a:txBody>
                    <a:bodyPr/>
                    <a:lstStyle/>
                    <a:p>
                      <a:pPr algn="ctr" fontAlgn="ctr"/>
                      <a:r>
                        <a:rPr lang="en-US" sz="1800" u="none" strike="noStrike" dirty="0">
                          <a:effectLst/>
                          <a:latin typeface="+mj-lt"/>
                          <a:cs typeface="Times New Roman" panose="02020603050405020304" pitchFamily="18" charset="0"/>
                        </a:rPr>
                        <a:t>-   </a:t>
                      </a:r>
                      <a:endParaRPr lang="en-US" sz="1800" b="1" i="0" u="none" strike="noStrike" dirty="0">
                        <a:solidFill>
                          <a:srgbClr val="000000"/>
                        </a:solidFill>
                        <a:effectLst/>
                        <a:latin typeface="+mj-lt"/>
                        <a:cs typeface="Times New Roman" panose="02020603050405020304" pitchFamily="18" charset="0"/>
                      </a:endParaRPr>
                    </a:p>
                  </a:txBody>
                  <a:tcPr marL="0" marR="0" marT="0" marB="0" anchor="ctr"/>
                </a:tc>
                <a:extLst>
                  <a:ext uri="{0D108BD9-81ED-4DB2-BD59-A6C34878D82A}">
                    <a16:rowId xmlns:a16="http://schemas.microsoft.com/office/drawing/2014/main" val="2466753610"/>
                  </a:ext>
                </a:extLst>
              </a:tr>
            </a:tbl>
          </a:graphicData>
        </a:graphic>
      </p:graphicFrame>
      <p:sp>
        <p:nvSpPr>
          <p:cNvPr id="3" name="Slide Number Placeholder 2">
            <a:extLst>
              <a:ext uri="{FF2B5EF4-FFF2-40B4-BE49-F238E27FC236}">
                <a16:creationId xmlns:a16="http://schemas.microsoft.com/office/drawing/2014/main" id="{97C2980F-0F7D-4C79-BA19-C9A349353BD6}"/>
              </a:ext>
            </a:extLst>
          </p:cNvPr>
          <p:cNvSpPr>
            <a:spLocks noGrp="1"/>
          </p:cNvSpPr>
          <p:nvPr>
            <p:ph type="sldNum" sz="quarter" idx="11"/>
          </p:nvPr>
        </p:nvSpPr>
        <p:spPr/>
        <p:txBody>
          <a:bodyPr/>
          <a:lstStyle/>
          <a:p>
            <a:pPr>
              <a:defRPr/>
            </a:pPr>
            <a:fld id="{E9BFE15A-3346-4571-882B-EB624BC8BD4C}" type="slidenum">
              <a:rPr lang="en-US" smtClean="0"/>
              <a:pPr>
                <a:defRPr/>
              </a:pPr>
              <a:t>17</a:t>
            </a:fld>
            <a:endParaRPr lang="en-US" dirty="0"/>
          </a:p>
        </p:txBody>
      </p:sp>
    </p:spTree>
    <p:extLst>
      <p:ext uri="{BB962C8B-B14F-4D97-AF65-F5344CB8AC3E}">
        <p14:creationId xmlns:p14="http://schemas.microsoft.com/office/powerpoint/2010/main" val="42366898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70962-98A6-4EBC-B356-C5FD619B5FB2}"/>
              </a:ext>
            </a:extLst>
          </p:cNvPr>
          <p:cNvSpPr>
            <a:spLocks noGrp="1"/>
          </p:cNvSpPr>
          <p:nvPr>
            <p:ph type="title"/>
          </p:nvPr>
        </p:nvSpPr>
        <p:spPr/>
        <p:txBody>
          <a:bodyPr/>
          <a:lstStyle/>
          <a:p>
            <a:r>
              <a:rPr lang="en-US" dirty="0"/>
              <a:t>3.1 </a:t>
            </a:r>
            <a:r>
              <a:rPr lang="en-US" dirty="0" err="1"/>
              <a:t>Nội</a:t>
            </a:r>
            <a:r>
              <a:rPr lang="en-US" dirty="0"/>
              <a:t> dung </a:t>
            </a:r>
            <a:r>
              <a:rPr lang="en-US" dirty="0" err="1"/>
              <a:t>nghiên</a:t>
            </a:r>
            <a:r>
              <a:rPr lang="en-US" dirty="0"/>
              <a:t> </a:t>
            </a:r>
            <a:r>
              <a:rPr lang="en-US" dirty="0" err="1"/>
              <a:t>cứu</a:t>
            </a:r>
            <a:endParaRPr lang="en-US" dirty="0"/>
          </a:p>
        </p:txBody>
      </p:sp>
      <p:sp>
        <p:nvSpPr>
          <p:cNvPr id="3" name="Content Placeholder 2">
            <a:extLst>
              <a:ext uri="{FF2B5EF4-FFF2-40B4-BE49-F238E27FC236}">
                <a16:creationId xmlns:a16="http://schemas.microsoft.com/office/drawing/2014/main" id="{A14B0E34-27B9-4139-A2D6-65D3B8EF87C8}"/>
              </a:ext>
            </a:extLst>
          </p:cNvPr>
          <p:cNvSpPr>
            <a:spLocks noGrp="1"/>
          </p:cNvSpPr>
          <p:nvPr>
            <p:ph idx="1"/>
          </p:nvPr>
        </p:nvSpPr>
        <p:spPr/>
        <p:txBody>
          <a:bodyPr/>
          <a:lstStyle/>
          <a:p>
            <a:pPr>
              <a:buFont typeface="+mj-lt"/>
              <a:buAutoNum type="arabicPeriod"/>
            </a:pPr>
            <a:r>
              <a:rPr lang="en-US" sz="2400" dirty="0" err="1"/>
              <a:t>Nghiên</a:t>
            </a:r>
            <a:r>
              <a:rPr lang="en-US" sz="2400" dirty="0"/>
              <a:t> </a:t>
            </a:r>
            <a:r>
              <a:rPr lang="en-US" sz="2400" dirty="0" err="1"/>
              <a:t>cứu</a:t>
            </a:r>
            <a:r>
              <a:rPr lang="en-US" sz="2400" dirty="0"/>
              <a:t> </a:t>
            </a:r>
            <a:r>
              <a:rPr lang="en-US" sz="2400" dirty="0" err="1"/>
              <a:t>xây</a:t>
            </a:r>
            <a:r>
              <a:rPr lang="en-US" sz="2400" dirty="0"/>
              <a:t> </a:t>
            </a:r>
            <a:r>
              <a:rPr lang="en-US" sz="2400" dirty="0" err="1"/>
              <a:t>dựng</a:t>
            </a:r>
            <a:r>
              <a:rPr lang="en-US" sz="2400" dirty="0"/>
              <a:t>, </a:t>
            </a:r>
            <a:r>
              <a:rPr lang="en-US" sz="2400" dirty="0" err="1"/>
              <a:t>triển</a:t>
            </a:r>
            <a:r>
              <a:rPr lang="en-US" sz="2400" dirty="0"/>
              <a:t> </a:t>
            </a:r>
            <a:r>
              <a:rPr lang="en-US" sz="2400" dirty="0" err="1"/>
              <a:t>khai</a:t>
            </a:r>
            <a:r>
              <a:rPr lang="en-US" sz="2400" dirty="0"/>
              <a:t> </a:t>
            </a:r>
            <a:r>
              <a:rPr lang="en-US" sz="2400" dirty="0" err="1"/>
              <a:t>các</a:t>
            </a:r>
            <a:r>
              <a:rPr lang="en-US" sz="2400" dirty="0"/>
              <a:t> </a:t>
            </a:r>
            <a:r>
              <a:rPr lang="en-US" sz="2400" dirty="0" err="1"/>
              <a:t>mô</a:t>
            </a:r>
            <a:r>
              <a:rPr lang="en-US" sz="2400" dirty="0"/>
              <a:t> </a:t>
            </a:r>
            <a:r>
              <a:rPr lang="en-US" sz="2400" dirty="0" err="1"/>
              <a:t>hình</a:t>
            </a:r>
            <a:r>
              <a:rPr lang="en-US" sz="2400" dirty="0"/>
              <a:t> AI</a:t>
            </a:r>
          </a:p>
          <a:p>
            <a:pPr marL="558404" lvl="1" indent="-342900">
              <a:buFont typeface="+mj-lt"/>
              <a:buAutoNum type="arabicPeriod"/>
            </a:pPr>
            <a:r>
              <a:rPr lang="en-US" sz="2000" dirty="0" err="1"/>
              <a:t>Nhận</a:t>
            </a:r>
            <a:r>
              <a:rPr lang="en-US" sz="2000" dirty="0"/>
              <a:t> </a:t>
            </a:r>
            <a:r>
              <a:rPr lang="en-US" sz="2000" dirty="0" err="1"/>
              <a:t>dạng</a:t>
            </a:r>
            <a:r>
              <a:rPr lang="en-US" sz="2000" dirty="0"/>
              <a:t> </a:t>
            </a:r>
            <a:r>
              <a:rPr lang="en-US" sz="2000" dirty="0" err="1"/>
              <a:t>ký</a:t>
            </a:r>
            <a:r>
              <a:rPr lang="en-US" sz="2000" dirty="0"/>
              <a:t> </a:t>
            </a:r>
            <a:r>
              <a:rPr lang="en-US" sz="2000" dirty="0" err="1"/>
              <a:t>tự</a:t>
            </a:r>
            <a:r>
              <a:rPr lang="en-US" sz="2000" dirty="0"/>
              <a:t> (</a:t>
            </a:r>
            <a:r>
              <a:rPr lang="en-US" sz="2000" b="1" dirty="0"/>
              <a:t>OCR</a:t>
            </a:r>
            <a:r>
              <a:rPr lang="en-US" sz="2000" dirty="0"/>
              <a:t>)</a:t>
            </a:r>
          </a:p>
          <a:p>
            <a:pPr marL="558404" lvl="1" indent="-342900">
              <a:buFont typeface="+mj-lt"/>
              <a:buAutoNum type="arabicPeriod"/>
            </a:pPr>
            <a:r>
              <a:rPr lang="en-US" sz="2000" dirty="0" err="1"/>
              <a:t>Nhận</a:t>
            </a:r>
            <a:r>
              <a:rPr lang="en-US" sz="2000" dirty="0"/>
              <a:t> </a:t>
            </a:r>
            <a:r>
              <a:rPr lang="en-US" sz="2000" dirty="0" err="1"/>
              <a:t>dạng</a:t>
            </a:r>
            <a:r>
              <a:rPr lang="en-US" sz="2000" dirty="0"/>
              <a:t> </a:t>
            </a:r>
            <a:r>
              <a:rPr lang="en-US" sz="2000" dirty="0" err="1"/>
              <a:t>âm</a:t>
            </a:r>
            <a:r>
              <a:rPr lang="en-US" sz="2000" dirty="0"/>
              <a:t> </a:t>
            </a:r>
            <a:r>
              <a:rPr lang="en-US" sz="2000" dirty="0" err="1"/>
              <a:t>thanh</a:t>
            </a:r>
            <a:r>
              <a:rPr lang="en-US" sz="2000" dirty="0"/>
              <a:t> (</a:t>
            </a:r>
            <a:r>
              <a:rPr lang="en-US" sz="2000" b="1" dirty="0"/>
              <a:t>STT</a:t>
            </a:r>
            <a:r>
              <a:rPr lang="en-US" sz="2000" dirty="0"/>
              <a:t>)</a:t>
            </a:r>
          </a:p>
          <a:p>
            <a:pPr marL="558404" lvl="1" indent="-342900">
              <a:buFont typeface="+mj-lt"/>
              <a:buAutoNum type="arabicPeriod"/>
            </a:pPr>
            <a:r>
              <a:rPr lang="en-US" sz="2000" dirty="0" err="1"/>
              <a:t>Tổng</a:t>
            </a:r>
            <a:r>
              <a:rPr lang="en-US" sz="2000" dirty="0"/>
              <a:t> </a:t>
            </a:r>
            <a:r>
              <a:rPr lang="en-US" sz="2000" dirty="0" err="1"/>
              <a:t>hợp</a:t>
            </a:r>
            <a:r>
              <a:rPr lang="en-US" sz="2000" dirty="0"/>
              <a:t> </a:t>
            </a:r>
            <a:r>
              <a:rPr lang="en-US" sz="2000" dirty="0" err="1"/>
              <a:t>âm</a:t>
            </a:r>
            <a:r>
              <a:rPr lang="en-US" sz="2000" dirty="0"/>
              <a:t> </a:t>
            </a:r>
            <a:r>
              <a:rPr lang="en-US" sz="2000" dirty="0" err="1"/>
              <a:t>thanh</a:t>
            </a:r>
            <a:r>
              <a:rPr lang="en-US" sz="2000" dirty="0"/>
              <a:t> (</a:t>
            </a:r>
            <a:r>
              <a:rPr lang="en-US" sz="2000" b="1" dirty="0"/>
              <a:t>TTS</a:t>
            </a:r>
            <a:r>
              <a:rPr lang="en-US" sz="2000" dirty="0"/>
              <a:t>)</a:t>
            </a:r>
          </a:p>
          <a:p>
            <a:pPr marL="558404" lvl="1" indent="-342900">
              <a:buFont typeface="+mj-lt"/>
              <a:buAutoNum type="arabicPeriod"/>
            </a:pPr>
            <a:r>
              <a:rPr lang="en-US" sz="2000" dirty="0" err="1"/>
              <a:t>Nhận</a:t>
            </a:r>
            <a:r>
              <a:rPr lang="en-US" sz="2000" dirty="0"/>
              <a:t> </a:t>
            </a:r>
            <a:r>
              <a:rPr lang="en-US" sz="2000" dirty="0" err="1"/>
              <a:t>dạng</a:t>
            </a:r>
            <a:r>
              <a:rPr lang="en-US" sz="2000" dirty="0"/>
              <a:t> </a:t>
            </a:r>
            <a:r>
              <a:rPr lang="en-US" sz="2000" dirty="0" err="1"/>
              <a:t>màu</a:t>
            </a:r>
            <a:r>
              <a:rPr lang="en-US" sz="2000" dirty="0"/>
              <a:t> </a:t>
            </a:r>
            <a:r>
              <a:rPr lang="en-US" sz="2000" dirty="0" err="1"/>
              <a:t>sắc</a:t>
            </a:r>
            <a:r>
              <a:rPr lang="en-US" sz="2000" dirty="0"/>
              <a:t> (</a:t>
            </a:r>
            <a:r>
              <a:rPr lang="en-US" sz="2000" b="1" dirty="0"/>
              <a:t>CR</a:t>
            </a:r>
            <a:r>
              <a:rPr lang="en-US" sz="2000" dirty="0"/>
              <a:t>)</a:t>
            </a:r>
          </a:p>
          <a:p>
            <a:pPr marL="558404" lvl="1" indent="-342900">
              <a:buFont typeface="+mj-lt"/>
              <a:buAutoNum type="arabicPeriod"/>
            </a:pPr>
            <a:r>
              <a:rPr lang="en-US" sz="2000" dirty="0" err="1"/>
              <a:t>Nhận</a:t>
            </a:r>
            <a:r>
              <a:rPr lang="en-US" sz="2000" dirty="0"/>
              <a:t> </a:t>
            </a:r>
            <a:r>
              <a:rPr lang="en-US" sz="2000" dirty="0" err="1"/>
              <a:t>dạng</a:t>
            </a:r>
            <a:r>
              <a:rPr lang="en-US" sz="2000" dirty="0"/>
              <a:t> </a:t>
            </a:r>
            <a:r>
              <a:rPr lang="en-US" sz="2000" dirty="0" err="1"/>
              <a:t>đối</a:t>
            </a:r>
            <a:r>
              <a:rPr lang="en-US" sz="2000" dirty="0"/>
              <a:t> </a:t>
            </a:r>
            <a:r>
              <a:rPr lang="en-US" sz="2000" dirty="0" err="1"/>
              <a:t>tượng</a:t>
            </a:r>
            <a:r>
              <a:rPr lang="en-US" sz="2000" dirty="0"/>
              <a:t> (</a:t>
            </a:r>
            <a:r>
              <a:rPr lang="en-US" sz="2000" b="1" dirty="0"/>
              <a:t>OR</a:t>
            </a:r>
            <a:r>
              <a:rPr lang="en-US" sz="2000" dirty="0"/>
              <a:t>)</a:t>
            </a:r>
          </a:p>
          <a:p>
            <a:pPr marL="171450">
              <a:buFont typeface="+mj-lt"/>
              <a:buAutoNum type="arabicPeriod"/>
            </a:pPr>
            <a:r>
              <a:rPr lang="en-US" sz="2400" dirty="0" err="1"/>
              <a:t>Nghiên</a:t>
            </a:r>
            <a:r>
              <a:rPr lang="en-US" sz="2400" dirty="0"/>
              <a:t> </a:t>
            </a:r>
            <a:r>
              <a:rPr lang="en-US" sz="2400" dirty="0" err="1"/>
              <a:t>cứu</a:t>
            </a:r>
            <a:r>
              <a:rPr lang="en-US" sz="2400" dirty="0"/>
              <a:t> </a:t>
            </a:r>
            <a:r>
              <a:rPr lang="en-US" sz="2400" dirty="0" err="1"/>
              <a:t>tương</a:t>
            </a:r>
            <a:r>
              <a:rPr lang="en-US" sz="2400" dirty="0"/>
              <a:t> </a:t>
            </a:r>
            <a:r>
              <a:rPr lang="en-US" sz="2400" dirty="0" err="1"/>
              <a:t>tác</a:t>
            </a:r>
            <a:r>
              <a:rPr lang="en-US" sz="2400" dirty="0"/>
              <a:t> </a:t>
            </a:r>
            <a:r>
              <a:rPr lang="en-US" sz="2400" dirty="0" err="1"/>
              <a:t>người</a:t>
            </a:r>
            <a:r>
              <a:rPr lang="en-US" sz="2400" dirty="0"/>
              <a:t> </a:t>
            </a:r>
            <a:r>
              <a:rPr lang="en-US" sz="2400" dirty="0" err="1"/>
              <a:t>dùng</a:t>
            </a:r>
            <a:r>
              <a:rPr lang="en-US" sz="2400" dirty="0"/>
              <a:t> - </a:t>
            </a:r>
            <a:r>
              <a:rPr lang="en-US" sz="2400" dirty="0" err="1"/>
              <a:t>ứng</a:t>
            </a:r>
            <a:r>
              <a:rPr lang="en-US" sz="2400" dirty="0"/>
              <a:t> </a:t>
            </a:r>
            <a:r>
              <a:rPr lang="en-US" sz="2400" dirty="0" err="1"/>
              <a:t>dụng</a:t>
            </a:r>
            <a:endParaRPr lang="en-US" sz="2400" dirty="0"/>
          </a:p>
          <a:p>
            <a:pPr marL="171450">
              <a:buFont typeface="+mj-lt"/>
              <a:buAutoNum type="arabicPeriod"/>
            </a:pPr>
            <a:r>
              <a:rPr lang="en-US" sz="2400" dirty="0" err="1"/>
              <a:t>Xây</a:t>
            </a:r>
            <a:r>
              <a:rPr lang="en-US" sz="2400" dirty="0"/>
              <a:t> </a:t>
            </a:r>
            <a:r>
              <a:rPr lang="en-US" sz="2400" dirty="0" err="1"/>
              <a:t>dựng</a:t>
            </a:r>
            <a:r>
              <a:rPr lang="en-US" sz="2400" dirty="0"/>
              <a:t> </a:t>
            </a:r>
            <a:r>
              <a:rPr lang="en-US" sz="2400" dirty="0" err="1"/>
              <a:t>dữ</a:t>
            </a:r>
            <a:r>
              <a:rPr lang="en-US" sz="2400" dirty="0"/>
              <a:t> </a:t>
            </a:r>
            <a:r>
              <a:rPr lang="en-US" sz="2400" dirty="0" err="1"/>
              <a:t>liệu</a:t>
            </a:r>
            <a:r>
              <a:rPr lang="en-US" sz="2400" dirty="0"/>
              <a:t> </a:t>
            </a:r>
            <a:r>
              <a:rPr lang="en-US" sz="2400" dirty="0" err="1"/>
              <a:t>người</a:t>
            </a:r>
            <a:r>
              <a:rPr lang="en-US" sz="2400" dirty="0"/>
              <a:t> </a:t>
            </a:r>
            <a:r>
              <a:rPr lang="en-US" sz="2400" dirty="0" err="1"/>
              <a:t>dùng</a:t>
            </a:r>
            <a:r>
              <a:rPr lang="en-US" sz="2400" dirty="0"/>
              <a:t> (</a:t>
            </a:r>
            <a:r>
              <a:rPr lang="en-US" sz="2400" dirty="0" err="1"/>
              <a:t>người</a:t>
            </a:r>
            <a:r>
              <a:rPr lang="en-US" sz="2400" dirty="0"/>
              <a:t> </a:t>
            </a:r>
            <a:r>
              <a:rPr lang="en-US" sz="2400" dirty="0" err="1"/>
              <a:t>khiếm</a:t>
            </a:r>
            <a:r>
              <a:rPr lang="en-US" sz="2400" dirty="0"/>
              <a:t> </a:t>
            </a:r>
            <a:r>
              <a:rPr lang="en-US" sz="2400" dirty="0" err="1"/>
              <a:t>thị</a:t>
            </a:r>
            <a:r>
              <a:rPr lang="en-US" sz="2400" dirty="0"/>
              <a:t>)</a:t>
            </a:r>
          </a:p>
          <a:p>
            <a:pPr marL="171450">
              <a:buFont typeface="+mj-lt"/>
              <a:buAutoNum type="arabicPeriod"/>
            </a:pPr>
            <a:r>
              <a:rPr lang="en-US" sz="2400" dirty="0" err="1"/>
              <a:t>Xây</a:t>
            </a:r>
            <a:r>
              <a:rPr lang="en-US" sz="2400" dirty="0"/>
              <a:t> </a:t>
            </a:r>
            <a:r>
              <a:rPr lang="en-US" sz="2400" dirty="0" err="1"/>
              <a:t>dựng</a:t>
            </a:r>
            <a:r>
              <a:rPr lang="en-US" sz="2400" dirty="0"/>
              <a:t> </a:t>
            </a:r>
            <a:r>
              <a:rPr lang="en-US" sz="2400" dirty="0" err="1"/>
              <a:t>ứng</a:t>
            </a:r>
            <a:r>
              <a:rPr lang="en-US" sz="2400" dirty="0"/>
              <a:t> </a:t>
            </a:r>
            <a:r>
              <a:rPr lang="en-US" sz="2400" dirty="0" err="1"/>
              <a:t>dụng</a:t>
            </a:r>
            <a:endParaRPr lang="en-US" sz="2400" dirty="0"/>
          </a:p>
          <a:p>
            <a:pPr marL="171450">
              <a:buFont typeface="+mj-lt"/>
              <a:buAutoNum type="arabicPeriod"/>
            </a:pPr>
            <a:r>
              <a:rPr lang="en-US" sz="2400" dirty="0" err="1"/>
              <a:t>Triển</a:t>
            </a:r>
            <a:r>
              <a:rPr lang="en-US" sz="2400" dirty="0"/>
              <a:t> </a:t>
            </a:r>
            <a:r>
              <a:rPr lang="en-US" sz="2400" dirty="0" err="1"/>
              <a:t>khai</a:t>
            </a:r>
            <a:r>
              <a:rPr lang="en-US" sz="2400" dirty="0"/>
              <a:t>, </a:t>
            </a:r>
            <a:r>
              <a:rPr lang="en-US" sz="2400" dirty="0" err="1"/>
              <a:t>thử</a:t>
            </a:r>
            <a:r>
              <a:rPr lang="en-US" sz="2400" dirty="0"/>
              <a:t> </a:t>
            </a:r>
            <a:r>
              <a:rPr lang="en-US" sz="2400" dirty="0" err="1"/>
              <a:t>nghiệm</a:t>
            </a:r>
            <a:r>
              <a:rPr lang="en-US" sz="2400" dirty="0"/>
              <a:t>, </a:t>
            </a:r>
            <a:r>
              <a:rPr lang="en-US" sz="2400" dirty="0" err="1"/>
              <a:t>hoàn</a:t>
            </a:r>
            <a:r>
              <a:rPr lang="en-US" sz="2400" dirty="0"/>
              <a:t> </a:t>
            </a:r>
            <a:r>
              <a:rPr lang="en-US" sz="2400" dirty="0" err="1"/>
              <a:t>thiện</a:t>
            </a:r>
            <a:endParaRPr lang="en-US" sz="2400" dirty="0"/>
          </a:p>
        </p:txBody>
      </p:sp>
      <p:sp>
        <p:nvSpPr>
          <p:cNvPr id="4" name="Slide Number Placeholder 3">
            <a:extLst>
              <a:ext uri="{FF2B5EF4-FFF2-40B4-BE49-F238E27FC236}">
                <a16:creationId xmlns:a16="http://schemas.microsoft.com/office/drawing/2014/main" id="{D7E17E50-36AE-4D12-A444-E79077B48C44}"/>
              </a:ext>
            </a:extLst>
          </p:cNvPr>
          <p:cNvSpPr>
            <a:spLocks noGrp="1"/>
          </p:cNvSpPr>
          <p:nvPr>
            <p:ph type="sldNum" sz="quarter" idx="11"/>
          </p:nvPr>
        </p:nvSpPr>
        <p:spPr/>
        <p:txBody>
          <a:bodyPr/>
          <a:lstStyle/>
          <a:p>
            <a:pPr>
              <a:defRPr/>
            </a:pPr>
            <a:fld id="{E9BFE15A-3346-4571-882B-EB624BC8BD4C}" type="slidenum">
              <a:rPr lang="en-US" smtClean="0"/>
              <a:pPr>
                <a:defRPr/>
              </a:pPr>
              <a:t>18</a:t>
            </a:fld>
            <a:endParaRPr lang="en-US" dirty="0"/>
          </a:p>
        </p:txBody>
      </p:sp>
    </p:spTree>
    <p:extLst>
      <p:ext uri="{BB962C8B-B14F-4D97-AF65-F5344CB8AC3E}">
        <p14:creationId xmlns:p14="http://schemas.microsoft.com/office/powerpoint/2010/main" val="24671679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3270-A04F-4EDF-95B4-F0A004050118}"/>
              </a:ext>
            </a:extLst>
          </p:cNvPr>
          <p:cNvSpPr>
            <a:spLocks noGrp="1"/>
          </p:cNvSpPr>
          <p:nvPr>
            <p:ph type="title"/>
          </p:nvPr>
        </p:nvSpPr>
        <p:spPr/>
        <p:txBody>
          <a:bodyPr/>
          <a:lstStyle/>
          <a:p>
            <a:r>
              <a:rPr lang="en-US" dirty="0"/>
              <a:t>3.2. Phương </a:t>
            </a:r>
            <a:r>
              <a:rPr lang="en-US" dirty="0" err="1"/>
              <a:t>pháp</a:t>
            </a:r>
            <a:r>
              <a:rPr lang="en-US" dirty="0"/>
              <a:t> </a:t>
            </a:r>
            <a:r>
              <a:rPr lang="en-US" dirty="0" err="1"/>
              <a:t>nghiên</a:t>
            </a:r>
            <a:r>
              <a:rPr lang="en-US" dirty="0"/>
              <a:t> </a:t>
            </a:r>
            <a:r>
              <a:rPr lang="en-US" dirty="0" err="1"/>
              <a:t>cứu</a:t>
            </a:r>
            <a:endParaRPr lang="en-US" dirty="0"/>
          </a:p>
        </p:txBody>
      </p:sp>
      <p:sp>
        <p:nvSpPr>
          <p:cNvPr id="44" name="Content Placeholder 43">
            <a:extLst>
              <a:ext uri="{FF2B5EF4-FFF2-40B4-BE49-F238E27FC236}">
                <a16:creationId xmlns:a16="http://schemas.microsoft.com/office/drawing/2014/main" id="{801C4A82-8902-4A80-9C1E-E0154D41E176}"/>
              </a:ext>
            </a:extLst>
          </p:cNvPr>
          <p:cNvSpPr>
            <a:spLocks noGrp="1"/>
          </p:cNvSpPr>
          <p:nvPr>
            <p:ph idx="1"/>
          </p:nvPr>
        </p:nvSpPr>
        <p:spPr/>
        <p:txBody>
          <a:bodyPr/>
          <a:lstStyle/>
          <a:p>
            <a:r>
              <a:rPr lang="en-US" sz="2400" dirty="0" err="1"/>
              <a:t>Về</a:t>
            </a:r>
            <a:r>
              <a:rPr lang="en-US" sz="2400" dirty="0"/>
              <a:t> </a:t>
            </a:r>
            <a:r>
              <a:rPr lang="en-US" sz="2400" dirty="0" err="1"/>
              <a:t>ứng</a:t>
            </a:r>
            <a:r>
              <a:rPr lang="en-US" sz="2400" dirty="0"/>
              <a:t> </a:t>
            </a:r>
            <a:r>
              <a:rPr lang="en-US" sz="2400" dirty="0" err="1"/>
              <a:t>dụng</a:t>
            </a:r>
            <a:endParaRPr lang="en-US" sz="2400" dirty="0"/>
          </a:p>
          <a:p>
            <a:pPr lvl="1"/>
            <a:r>
              <a:rPr lang="en-US" sz="2000" dirty="0" err="1"/>
              <a:t>Chức</a:t>
            </a:r>
            <a:r>
              <a:rPr lang="en-US" sz="2000" dirty="0"/>
              <a:t> </a:t>
            </a:r>
            <a:r>
              <a:rPr lang="en-US" sz="2000" dirty="0" err="1"/>
              <a:t>năng</a:t>
            </a:r>
            <a:r>
              <a:rPr lang="en-US" sz="2000" dirty="0"/>
              <a:t>: </a:t>
            </a:r>
            <a:r>
              <a:rPr lang="en-US" sz="2000" dirty="0" err="1"/>
              <a:t>Khảo</a:t>
            </a:r>
            <a:r>
              <a:rPr lang="en-US" sz="2000" dirty="0"/>
              <a:t> </a:t>
            </a:r>
            <a:r>
              <a:rPr lang="en-US" sz="2000" dirty="0" err="1"/>
              <a:t>sát</a:t>
            </a:r>
            <a:r>
              <a:rPr lang="en-US" sz="2000" dirty="0"/>
              <a:t> </a:t>
            </a:r>
            <a:r>
              <a:rPr lang="en-US" sz="2000" dirty="0" err="1"/>
              <a:t>trực</a:t>
            </a:r>
            <a:r>
              <a:rPr lang="en-US" sz="2000" dirty="0"/>
              <a:t> </a:t>
            </a:r>
            <a:r>
              <a:rPr lang="en-US" sz="2000" dirty="0" err="1"/>
              <a:t>tiếp</a:t>
            </a:r>
            <a:r>
              <a:rPr lang="en-US" sz="2000" dirty="0"/>
              <a:t> </a:t>
            </a:r>
            <a:r>
              <a:rPr lang="en-US" sz="2000" dirty="0" err="1"/>
              <a:t>xác</a:t>
            </a:r>
            <a:r>
              <a:rPr lang="en-US" sz="2000" dirty="0"/>
              <a:t> </a:t>
            </a:r>
            <a:r>
              <a:rPr lang="en-US" sz="2000" dirty="0" err="1"/>
              <a:t>định</a:t>
            </a:r>
            <a:r>
              <a:rPr lang="en-US" sz="2000" dirty="0"/>
              <a:t> </a:t>
            </a:r>
            <a:r>
              <a:rPr lang="en-US" sz="2000" dirty="0" err="1"/>
              <a:t>nhu</a:t>
            </a:r>
            <a:r>
              <a:rPr lang="en-US" sz="2000" dirty="0"/>
              <a:t> </a:t>
            </a:r>
            <a:r>
              <a:rPr lang="en-US" sz="2000" dirty="0" err="1"/>
              <a:t>cầu</a:t>
            </a:r>
            <a:endParaRPr lang="en-US" sz="2000" dirty="0"/>
          </a:p>
          <a:p>
            <a:pPr lvl="1"/>
            <a:r>
              <a:rPr lang="en-US" sz="2000" dirty="0" err="1"/>
              <a:t>Thiết</a:t>
            </a:r>
            <a:r>
              <a:rPr lang="en-US" sz="2000" dirty="0"/>
              <a:t> </a:t>
            </a:r>
            <a:r>
              <a:rPr lang="en-US" sz="2000" dirty="0" err="1"/>
              <a:t>kế</a:t>
            </a:r>
            <a:r>
              <a:rPr lang="en-US" sz="2000" dirty="0"/>
              <a:t> </a:t>
            </a:r>
            <a:r>
              <a:rPr lang="en-US" sz="2000" b="1" dirty="0">
                <a:solidFill>
                  <a:srgbClr val="0000CC"/>
                </a:solidFill>
              </a:rPr>
              <a:t>UI, UX</a:t>
            </a:r>
            <a:r>
              <a:rPr lang="en-US" sz="2000" dirty="0"/>
              <a:t>: </a:t>
            </a:r>
          </a:p>
          <a:p>
            <a:pPr marL="804863" lvl="2" indent="282575"/>
            <a:r>
              <a:rPr lang="en-US" sz="1800" dirty="0" err="1"/>
              <a:t>Tham</a:t>
            </a:r>
            <a:r>
              <a:rPr lang="en-US" sz="1800" dirty="0"/>
              <a:t> </a:t>
            </a:r>
            <a:r>
              <a:rPr lang="en-US" sz="1800" dirty="0" err="1"/>
              <a:t>khảo</a:t>
            </a:r>
            <a:r>
              <a:rPr lang="en-US" sz="1800" dirty="0"/>
              <a:t> </a:t>
            </a:r>
            <a:r>
              <a:rPr lang="en-US" sz="1800" dirty="0" err="1"/>
              <a:t>ứng</a:t>
            </a:r>
            <a:r>
              <a:rPr lang="en-US" sz="1800" dirty="0"/>
              <a:t> </a:t>
            </a:r>
            <a:r>
              <a:rPr lang="en-US" sz="1800" dirty="0" err="1"/>
              <a:t>dụng</a:t>
            </a:r>
            <a:r>
              <a:rPr lang="en-US" sz="1800" dirty="0"/>
              <a:t> </a:t>
            </a:r>
            <a:r>
              <a:rPr lang="en-US" sz="1800" dirty="0" err="1"/>
              <a:t>tương</a:t>
            </a:r>
            <a:r>
              <a:rPr lang="en-US" sz="1800" dirty="0"/>
              <a:t> </a:t>
            </a:r>
            <a:r>
              <a:rPr lang="en-US" sz="1800" dirty="0" err="1"/>
              <a:t>tự</a:t>
            </a:r>
            <a:endParaRPr lang="en-US" sz="1800" dirty="0"/>
          </a:p>
          <a:p>
            <a:pPr marL="804863" lvl="2" indent="282575">
              <a:spcBef>
                <a:spcPts val="600"/>
              </a:spcBef>
              <a:spcAft>
                <a:spcPts val="600"/>
              </a:spcAft>
            </a:pPr>
            <a:r>
              <a:rPr lang="en-US" sz="1800" dirty="0" err="1"/>
              <a:t>Triển</a:t>
            </a:r>
            <a:r>
              <a:rPr lang="en-US" sz="1800" dirty="0"/>
              <a:t> </a:t>
            </a:r>
            <a:r>
              <a:rPr lang="en-US" sz="1800" dirty="0" err="1"/>
              <a:t>khai</a:t>
            </a:r>
            <a:r>
              <a:rPr lang="en-US" sz="1800" dirty="0"/>
              <a:t> </a:t>
            </a:r>
            <a:r>
              <a:rPr lang="en-US" sz="1800" dirty="0" err="1"/>
              <a:t>thực</a:t>
            </a:r>
            <a:r>
              <a:rPr lang="en-US" sz="1800" dirty="0"/>
              <a:t> </a:t>
            </a:r>
            <a:r>
              <a:rPr lang="en-US" sz="1800" dirty="0" err="1"/>
              <a:t>tế</a:t>
            </a:r>
            <a:r>
              <a:rPr lang="en-US" sz="1800" dirty="0"/>
              <a:t>, </a:t>
            </a:r>
            <a:r>
              <a:rPr lang="en-US" sz="1800" dirty="0" err="1"/>
              <a:t>nhận</a:t>
            </a:r>
            <a:r>
              <a:rPr lang="en-US" sz="1800" dirty="0"/>
              <a:t> </a:t>
            </a:r>
            <a:r>
              <a:rPr lang="en-US" sz="1800" dirty="0" err="1"/>
              <a:t>phản</a:t>
            </a:r>
            <a:r>
              <a:rPr lang="en-US" sz="1800" dirty="0"/>
              <a:t> </a:t>
            </a:r>
            <a:r>
              <a:rPr lang="en-US" sz="1800" dirty="0" err="1"/>
              <a:t>hồi</a:t>
            </a:r>
            <a:r>
              <a:rPr lang="en-US" sz="1800" dirty="0"/>
              <a:t> </a:t>
            </a:r>
            <a:r>
              <a:rPr lang="en-US" sz="1800" dirty="0" err="1"/>
              <a:t>người</a:t>
            </a:r>
            <a:r>
              <a:rPr lang="en-US" sz="1800" dirty="0"/>
              <a:t> </a:t>
            </a:r>
            <a:r>
              <a:rPr lang="en-US" sz="1800" dirty="0" err="1"/>
              <a:t>dùng</a:t>
            </a:r>
            <a:r>
              <a:rPr lang="en-US" sz="1800" dirty="0"/>
              <a:t> </a:t>
            </a:r>
            <a:r>
              <a:rPr lang="en-US" sz="1800" dirty="0" err="1"/>
              <a:t>để</a:t>
            </a:r>
            <a:r>
              <a:rPr lang="en-US" sz="1800" dirty="0"/>
              <a:t> </a:t>
            </a:r>
            <a:r>
              <a:rPr lang="en-US" sz="1800" dirty="0" err="1"/>
              <a:t>điều</a:t>
            </a:r>
            <a:r>
              <a:rPr lang="en-US" sz="1800" dirty="0"/>
              <a:t> </a:t>
            </a:r>
            <a:r>
              <a:rPr lang="en-US" sz="1800" dirty="0" err="1"/>
              <a:t>chỉnh</a:t>
            </a:r>
            <a:r>
              <a:rPr lang="en-US" sz="1800" dirty="0"/>
              <a:t> </a:t>
            </a:r>
          </a:p>
          <a:p>
            <a:pPr>
              <a:spcBef>
                <a:spcPts val="600"/>
              </a:spcBef>
              <a:spcAft>
                <a:spcPts val="600"/>
              </a:spcAft>
            </a:pPr>
            <a:r>
              <a:rPr lang="en-US" sz="2400" dirty="0" err="1"/>
              <a:t>Về</a:t>
            </a:r>
            <a:r>
              <a:rPr lang="en-US" sz="2400" dirty="0"/>
              <a:t> công </a:t>
            </a:r>
            <a:r>
              <a:rPr lang="en-US" sz="2400" dirty="0" err="1"/>
              <a:t>nghệ</a:t>
            </a:r>
            <a:endParaRPr lang="en-US" sz="2400" dirty="0"/>
          </a:p>
          <a:p>
            <a:pPr lvl="1">
              <a:spcBef>
                <a:spcPts val="600"/>
              </a:spcBef>
              <a:spcAft>
                <a:spcPts val="600"/>
              </a:spcAft>
            </a:pPr>
            <a:r>
              <a:rPr lang="en-US" sz="2000" dirty="0" err="1"/>
              <a:t>Khảo</a:t>
            </a:r>
            <a:r>
              <a:rPr lang="en-US" sz="2000" dirty="0"/>
              <a:t> </a:t>
            </a:r>
            <a:r>
              <a:rPr lang="en-US" sz="2000" dirty="0" err="1"/>
              <a:t>sát</a:t>
            </a:r>
            <a:r>
              <a:rPr lang="en-US" sz="2000" dirty="0"/>
              <a:t>, </a:t>
            </a:r>
            <a:r>
              <a:rPr lang="en-US" sz="2000" dirty="0" err="1"/>
              <a:t>nghiên</a:t>
            </a:r>
            <a:r>
              <a:rPr lang="en-US" sz="2000" dirty="0"/>
              <a:t> </a:t>
            </a:r>
            <a:r>
              <a:rPr lang="en-US" sz="2000" dirty="0" err="1"/>
              <a:t>cứu</a:t>
            </a:r>
            <a:r>
              <a:rPr lang="en-US" sz="2000" dirty="0"/>
              <a:t> </a:t>
            </a:r>
            <a:r>
              <a:rPr lang="en-US" sz="2000" dirty="0" err="1"/>
              <a:t>lý</a:t>
            </a:r>
            <a:r>
              <a:rPr lang="en-US" sz="2000" dirty="0"/>
              <a:t> </a:t>
            </a:r>
            <a:r>
              <a:rPr lang="en-US" sz="2000" dirty="0" err="1"/>
              <a:t>thuyết</a:t>
            </a:r>
            <a:endParaRPr lang="en-US" sz="2000" dirty="0"/>
          </a:p>
          <a:p>
            <a:pPr lvl="1"/>
            <a:r>
              <a:rPr lang="en-US" sz="2000" dirty="0" err="1"/>
              <a:t>Nghiên</a:t>
            </a:r>
            <a:r>
              <a:rPr lang="en-US" sz="2000" dirty="0"/>
              <a:t> </a:t>
            </a:r>
            <a:r>
              <a:rPr lang="en-US" sz="2000" dirty="0" err="1"/>
              <a:t>cứu</a:t>
            </a:r>
            <a:r>
              <a:rPr lang="en-US" sz="2000" dirty="0"/>
              <a:t> </a:t>
            </a:r>
            <a:r>
              <a:rPr lang="en-US" sz="2000" dirty="0" err="1"/>
              <a:t>thực</a:t>
            </a:r>
            <a:r>
              <a:rPr lang="en-US" sz="2000" dirty="0"/>
              <a:t> </a:t>
            </a:r>
            <a:r>
              <a:rPr lang="en-US" sz="2000" dirty="0" err="1"/>
              <a:t>nghiệm</a:t>
            </a:r>
            <a:r>
              <a:rPr lang="en-US" sz="2000" dirty="0"/>
              <a:t>, </a:t>
            </a:r>
            <a:r>
              <a:rPr lang="en-US" sz="2000" dirty="0" err="1"/>
              <a:t>đánh</a:t>
            </a:r>
            <a:r>
              <a:rPr lang="en-US" sz="2000" dirty="0"/>
              <a:t> </a:t>
            </a:r>
            <a:r>
              <a:rPr lang="en-US" sz="2000" dirty="0" err="1"/>
              <a:t>giá</a:t>
            </a:r>
            <a:r>
              <a:rPr lang="en-US" sz="2000" dirty="0"/>
              <a:t> </a:t>
            </a:r>
            <a:r>
              <a:rPr lang="en-US" sz="2000" dirty="0" err="1"/>
              <a:t>kết</a:t>
            </a:r>
            <a:r>
              <a:rPr lang="en-US" sz="2000" dirty="0"/>
              <a:t> </a:t>
            </a:r>
            <a:r>
              <a:rPr lang="en-US" sz="2000" dirty="0" err="1"/>
              <a:t>quả</a:t>
            </a:r>
            <a:endParaRPr lang="en-US" sz="2000" dirty="0"/>
          </a:p>
          <a:p>
            <a:pPr lvl="1"/>
            <a:r>
              <a:rPr lang="en-US" sz="2000" dirty="0" err="1"/>
              <a:t>Tích</a:t>
            </a:r>
            <a:r>
              <a:rPr lang="en-US" sz="2000" dirty="0"/>
              <a:t> </a:t>
            </a:r>
            <a:r>
              <a:rPr lang="en-US" sz="2000" dirty="0" err="1"/>
              <a:t>hợp</a:t>
            </a:r>
            <a:r>
              <a:rPr lang="en-US" sz="2000" dirty="0"/>
              <a:t> </a:t>
            </a:r>
            <a:r>
              <a:rPr lang="en-US" sz="2000" dirty="0" err="1"/>
              <a:t>ứng</a:t>
            </a:r>
            <a:r>
              <a:rPr lang="en-US" sz="2000" dirty="0"/>
              <a:t> </a:t>
            </a:r>
            <a:r>
              <a:rPr lang="en-US" sz="2000" dirty="0" err="1"/>
              <a:t>dụng</a:t>
            </a:r>
            <a:endParaRPr lang="en-US" sz="2000" dirty="0"/>
          </a:p>
        </p:txBody>
      </p:sp>
      <p:sp>
        <p:nvSpPr>
          <p:cNvPr id="3" name="Slide Number Placeholder 2">
            <a:extLst>
              <a:ext uri="{FF2B5EF4-FFF2-40B4-BE49-F238E27FC236}">
                <a16:creationId xmlns:a16="http://schemas.microsoft.com/office/drawing/2014/main" id="{6C4DE492-97E2-478F-B417-D15327B4345B}"/>
              </a:ext>
            </a:extLst>
          </p:cNvPr>
          <p:cNvSpPr>
            <a:spLocks noGrp="1"/>
          </p:cNvSpPr>
          <p:nvPr>
            <p:ph type="sldNum" sz="quarter" idx="11"/>
          </p:nvPr>
        </p:nvSpPr>
        <p:spPr/>
        <p:txBody>
          <a:bodyPr/>
          <a:lstStyle/>
          <a:p>
            <a:pPr>
              <a:defRPr/>
            </a:pPr>
            <a:fld id="{E9BFE15A-3346-4571-882B-EB624BC8BD4C}" type="slidenum">
              <a:rPr lang="en-US" smtClean="0"/>
              <a:pPr>
                <a:defRPr/>
              </a:pPr>
              <a:t>19</a:t>
            </a:fld>
            <a:endParaRPr lang="en-US" dirty="0"/>
          </a:p>
        </p:txBody>
      </p:sp>
    </p:spTree>
    <p:extLst>
      <p:ext uri="{BB962C8B-B14F-4D97-AF65-F5344CB8AC3E}">
        <p14:creationId xmlns:p14="http://schemas.microsoft.com/office/powerpoint/2010/main" val="6038216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3270-A04F-4EDF-95B4-F0A004050118}"/>
              </a:ext>
            </a:extLst>
          </p:cNvPr>
          <p:cNvSpPr>
            <a:spLocks noGrp="1"/>
          </p:cNvSpPr>
          <p:nvPr>
            <p:ph type="title"/>
          </p:nvPr>
        </p:nvSpPr>
        <p:spPr/>
        <p:txBody>
          <a:bodyPr/>
          <a:lstStyle/>
          <a:p>
            <a:r>
              <a:rPr lang="en-US" dirty="0" err="1"/>
              <a:t>Các</a:t>
            </a:r>
            <a:r>
              <a:rPr lang="en-US" dirty="0"/>
              <a:t> công </a:t>
            </a:r>
            <a:r>
              <a:rPr lang="en-US" dirty="0" err="1"/>
              <a:t>nghệ</a:t>
            </a:r>
            <a:r>
              <a:rPr lang="en-US" dirty="0"/>
              <a:t> AI </a:t>
            </a:r>
            <a:r>
              <a:rPr lang="en-US" dirty="0" err="1"/>
              <a:t>và</a:t>
            </a:r>
            <a:r>
              <a:rPr lang="en-US" dirty="0"/>
              <a:t> </a:t>
            </a:r>
            <a:r>
              <a:rPr lang="en-US" dirty="0" err="1"/>
              <a:t>tích</a:t>
            </a:r>
            <a:r>
              <a:rPr lang="en-US" dirty="0"/>
              <a:t> </a:t>
            </a:r>
            <a:r>
              <a:rPr lang="en-US" dirty="0" err="1"/>
              <a:t>hợp</a:t>
            </a:r>
            <a:r>
              <a:rPr lang="en-US" dirty="0"/>
              <a:t> </a:t>
            </a:r>
            <a:r>
              <a:rPr lang="en-US" dirty="0" err="1"/>
              <a:t>ứng</a:t>
            </a:r>
            <a:r>
              <a:rPr lang="en-US" dirty="0"/>
              <a:t> </a:t>
            </a:r>
            <a:r>
              <a:rPr lang="en-US" dirty="0" err="1"/>
              <a:t>dụng</a:t>
            </a:r>
            <a:endParaRPr lang="en-US" dirty="0"/>
          </a:p>
        </p:txBody>
      </p:sp>
      <p:pic>
        <p:nvPicPr>
          <p:cNvPr id="5" name="Picture 4">
            <a:extLst>
              <a:ext uri="{FF2B5EF4-FFF2-40B4-BE49-F238E27FC236}">
                <a16:creationId xmlns:a16="http://schemas.microsoft.com/office/drawing/2014/main" id="{FCD3CFA3-0A7F-4CD7-8DEB-A3B1B05F96A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063" t="6467" r="7063" b="7218"/>
          <a:stretch/>
        </p:blipFill>
        <p:spPr>
          <a:xfrm>
            <a:off x="2737585" y="3295388"/>
            <a:ext cx="990598" cy="442250"/>
          </a:xfrm>
          <a:prstGeom prst="rect">
            <a:avLst/>
          </a:prstGeom>
        </p:spPr>
      </p:pic>
      <p:pic>
        <p:nvPicPr>
          <p:cNvPr id="6" name="Picture 5">
            <a:extLst>
              <a:ext uri="{FF2B5EF4-FFF2-40B4-BE49-F238E27FC236}">
                <a16:creationId xmlns:a16="http://schemas.microsoft.com/office/drawing/2014/main" id="{0D18C47D-5B07-4D57-B6C6-762DA3DDBB2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9000" r="10000" b="11029"/>
          <a:stretch/>
        </p:blipFill>
        <p:spPr>
          <a:xfrm>
            <a:off x="4276990" y="3184997"/>
            <a:ext cx="605996" cy="665634"/>
          </a:xfrm>
          <a:prstGeom prst="rect">
            <a:avLst/>
          </a:prstGeom>
        </p:spPr>
      </p:pic>
      <p:pic>
        <p:nvPicPr>
          <p:cNvPr id="7" name="Picture 6">
            <a:extLst>
              <a:ext uri="{FF2B5EF4-FFF2-40B4-BE49-F238E27FC236}">
                <a16:creationId xmlns:a16="http://schemas.microsoft.com/office/drawing/2014/main" id="{C6397E0A-33E4-4E6C-A229-8ACB33321F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4472" r="24146"/>
          <a:stretch/>
        </p:blipFill>
        <p:spPr>
          <a:xfrm>
            <a:off x="5791293" y="4091383"/>
            <a:ext cx="417003" cy="506738"/>
          </a:xfrm>
          <a:prstGeom prst="rect">
            <a:avLst/>
          </a:prstGeom>
        </p:spPr>
      </p:pic>
      <p:pic>
        <p:nvPicPr>
          <p:cNvPr id="8" name="Picture 7">
            <a:extLst>
              <a:ext uri="{FF2B5EF4-FFF2-40B4-BE49-F238E27FC236}">
                <a16:creationId xmlns:a16="http://schemas.microsoft.com/office/drawing/2014/main" id="{CFD657EE-CFB3-4E4E-8AFC-72DE4A5CF767}"/>
              </a:ext>
            </a:extLst>
          </p:cNvPr>
          <p:cNvPicPr>
            <a:picLocks noChangeAspect="1"/>
          </p:cNvPicPr>
          <p:nvPr/>
        </p:nvPicPr>
        <p:blipFill>
          <a:blip r:embed="rId5"/>
          <a:stretch>
            <a:fillRect/>
          </a:stretch>
        </p:blipFill>
        <p:spPr>
          <a:xfrm>
            <a:off x="2836477" y="4522841"/>
            <a:ext cx="607173" cy="1056113"/>
          </a:xfrm>
          <a:prstGeom prst="rect">
            <a:avLst/>
          </a:prstGeom>
        </p:spPr>
      </p:pic>
      <p:pic>
        <p:nvPicPr>
          <p:cNvPr id="9" name="Picture 8">
            <a:extLst>
              <a:ext uri="{FF2B5EF4-FFF2-40B4-BE49-F238E27FC236}">
                <a16:creationId xmlns:a16="http://schemas.microsoft.com/office/drawing/2014/main" id="{50C4016B-4483-41CE-9B88-0D56DB6705EA}"/>
              </a:ext>
            </a:extLst>
          </p:cNvPr>
          <p:cNvPicPr>
            <a:picLocks noChangeAspect="1"/>
          </p:cNvPicPr>
          <p:nvPr/>
        </p:nvPicPr>
        <p:blipFill>
          <a:blip r:embed="rId6"/>
          <a:stretch>
            <a:fillRect/>
          </a:stretch>
        </p:blipFill>
        <p:spPr>
          <a:xfrm>
            <a:off x="4203450" y="4756147"/>
            <a:ext cx="853383" cy="589498"/>
          </a:xfrm>
          <a:prstGeom prst="rect">
            <a:avLst/>
          </a:prstGeom>
          <a:ln>
            <a:solidFill>
              <a:schemeClr val="tx1"/>
            </a:solidFill>
          </a:ln>
        </p:spPr>
      </p:pic>
      <p:pic>
        <p:nvPicPr>
          <p:cNvPr id="10" name="Picture 9">
            <a:extLst>
              <a:ext uri="{FF2B5EF4-FFF2-40B4-BE49-F238E27FC236}">
                <a16:creationId xmlns:a16="http://schemas.microsoft.com/office/drawing/2014/main" id="{056F40DC-DDC3-453F-AF09-A6CEA9BE2935}"/>
              </a:ext>
            </a:extLst>
          </p:cNvPr>
          <p:cNvPicPr>
            <a:picLocks noChangeAspect="1"/>
          </p:cNvPicPr>
          <p:nvPr/>
        </p:nvPicPr>
        <p:blipFill>
          <a:blip r:embed="rId7"/>
          <a:stretch>
            <a:fillRect/>
          </a:stretch>
        </p:blipFill>
        <p:spPr>
          <a:xfrm>
            <a:off x="7260551" y="4060077"/>
            <a:ext cx="550429" cy="569541"/>
          </a:xfrm>
          <a:prstGeom prst="rect">
            <a:avLst/>
          </a:prstGeom>
        </p:spPr>
      </p:pic>
      <p:pic>
        <p:nvPicPr>
          <p:cNvPr id="11" name="Picture 10">
            <a:extLst>
              <a:ext uri="{FF2B5EF4-FFF2-40B4-BE49-F238E27FC236}">
                <a16:creationId xmlns:a16="http://schemas.microsoft.com/office/drawing/2014/main" id="{779E3DEA-6FAB-4CBB-B4B0-A3C074597281}"/>
              </a:ext>
            </a:extLst>
          </p:cNvPr>
          <p:cNvPicPr>
            <a:picLocks noChangeAspect="1"/>
          </p:cNvPicPr>
          <p:nvPr/>
        </p:nvPicPr>
        <p:blipFill>
          <a:blip r:embed="rId8"/>
          <a:stretch>
            <a:fillRect/>
          </a:stretch>
        </p:blipFill>
        <p:spPr>
          <a:xfrm>
            <a:off x="1485166" y="4022090"/>
            <a:ext cx="887828" cy="1486780"/>
          </a:xfrm>
          <a:prstGeom prst="rect">
            <a:avLst/>
          </a:prstGeom>
        </p:spPr>
      </p:pic>
      <p:sp>
        <p:nvSpPr>
          <p:cNvPr id="12" name="TextBox 11">
            <a:extLst>
              <a:ext uri="{FF2B5EF4-FFF2-40B4-BE49-F238E27FC236}">
                <a16:creationId xmlns:a16="http://schemas.microsoft.com/office/drawing/2014/main" id="{F35B67CE-7640-470F-8290-7D95E42F6C9A}"/>
              </a:ext>
            </a:extLst>
          </p:cNvPr>
          <p:cNvSpPr txBox="1"/>
          <p:nvPr/>
        </p:nvSpPr>
        <p:spPr>
          <a:xfrm>
            <a:off x="2360995" y="3718490"/>
            <a:ext cx="1958479" cy="507831"/>
          </a:xfrm>
          <a:prstGeom prst="rect">
            <a:avLst/>
          </a:prstGeom>
          <a:noFill/>
        </p:spPr>
        <p:txBody>
          <a:bodyPr wrap="square">
            <a:spAutoFit/>
          </a:bodyPr>
          <a:lstStyle/>
          <a:p>
            <a:pPr defTabSz="685800"/>
            <a:r>
              <a:rPr lang="en-US" sz="1350">
                <a:solidFill>
                  <a:srgbClr val="FF0000"/>
                </a:solidFill>
                <a:latin typeface="Times New Roman" panose="02020603050405020304" pitchFamily="18" charset="0"/>
                <a:cs typeface="Times New Roman" panose="02020603050405020304" pitchFamily="18" charset="0"/>
              </a:rPr>
              <a:t>Voice </a:t>
            </a:r>
            <a:r>
              <a:rPr lang="en-US" sz="1350">
                <a:solidFill>
                  <a:srgbClr val="0000CC"/>
                </a:solidFill>
                <a:latin typeface="Times New Roman" panose="02020603050405020304" pitchFamily="18" charset="0"/>
                <a:cs typeface="Times New Roman" panose="02020603050405020304" pitchFamily="18" charset="0"/>
                <a:sym typeface="Symbol" panose="05050102010706020507" pitchFamily="18" charset="2"/>
              </a:rPr>
              <a:t> </a:t>
            </a:r>
            <a:r>
              <a:rPr lang="en-US" sz="1350">
                <a:solidFill>
                  <a:prstClr val="black"/>
                </a:solidFill>
                <a:latin typeface="Times New Roman" panose="02020603050405020304" pitchFamily="18" charset="0"/>
                <a:cs typeface="Times New Roman" panose="02020603050405020304" pitchFamily="18" charset="0"/>
                <a:sym typeface="Symbol" panose="05050102010706020507" pitchFamily="18" charset="2"/>
              </a:rPr>
              <a:t>Text</a:t>
            </a:r>
          </a:p>
          <a:p>
            <a:pPr defTabSz="685800"/>
            <a:r>
              <a:rPr lang="en-US" sz="135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lang="en-US" sz="1350" b="1">
                <a:solidFill>
                  <a:prstClr val="black"/>
                </a:solidFill>
                <a:latin typeface="Times New Roman" panose="02020603050405020304" pitchFamily="18" charset="0"/>
                <a:cs typeface="Times New Roman" panose="02020603050405020304" pitchFamily="18" charset="0"/>
                <a:sym typeface="Symbol" panose="05050102010706020507" pitchFamily="18" charset="2"/>
              </a:rPr>
              <a:t>STT</a:t>
            </a:r>
            <a:r>
              <a:rPr lang="en-US" sz="135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endParaRPr lang="en-US" sz="1350">
              <a:solidFill>
                <a:prstClr val="black"/>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08A643D-3FD9-419E-AF43-68B574290700}"/>
              </a:ext>
            </a:extLst>
          </p:cNvPr>
          <p:cNvSpPr txBox="1"/>
          <p:nvPr/>
        </p:nvSpPr>
        <p:spPr>
          <a:xfrm>
            <a:off x="4002506" y="3830667"/>
            <a:ext cx="1209566" cy="715581"/>
          </a:xfrm>
          <a:prstGeom prst="rect">
            <a:avLst/>
          </a:prstGeom>
          <a:noFill/>
        </p:spPr>
        <p:txBody>
          <a:bodyPr wrap="square">
            <a:spAutoFit/>
          </a:bodyPr>
          <a:lstStyle/>
          <a:p>
            <a:pPr defTabSz="685800"/>
            <a:r>
              <a:rPr lang="en-US" sz="1350" b="1" dirty="0" err="1">
                <a:solidFill>
                  <a:prstClr val="black"/>
                </a:solidFill>
                <a:latin typeface="Times New Roman" panose="02020603050405020304" pitchFamily="18" charset="0"/>
                <a:cs typeface="Times New Roman" panose="02020603050405020304" pitchFamily="18" charset="0"/>
              </a:rPr>
              <a:t>Tìm</a:t>
            </a:r>
            <a:r>
              <a:rPr lang="en-US" sz="1350" b="1" dirty="0">
                <a:solidFill>
                  <a:prstClr val="black"/>
                </a:solidFill>
                <a:latin typeface="Times New Roman" panose="02020603050405020304" pitchFamily="18" charset="0"/>
                <a:cs typeface="Times New Roman" panose="02020603050405020304" pitchFamily="18" charset="0"/>
              </a:rPr>
              <a:t> </a:t>
            </a:r>
            <a:r>
              <a:rPr lang="en-US" sz="1350" b="1" dirty="0" err="1">
                <a:solidFill>
                  <a:prstClr val="black"/>
                </a:solidFill>
                <a:latin typeface="Times New Roman" panose="02020603050405020304" pitchFamily="18" charset="0"/>
                <a:cs typeface="Times New Roman" panose="02020603050405020304" pitchFamily="18" charset="0"/>
              </a:rPr>
              <a:t>kiếm</a:t>
            </a:r>
            <a:r>
              <a:rPr lang="en-US" sz="1350" b="1" dirty="0">
                <a:solidFill>
                  <a:prstClr val="black"/>
                </a:solidFill>
                <a:latin typeface="Times New Roman" panose="02020603050405020304" pitchFamily="18" charset="0"/>
                <a:cs typeface="Times New Roman" panose="02020603050405020304" pitchFamily="18" charset="0"/>
              </a:rPr>
              <a:t>: Internet + </a:t>
            </a:r>
            <a:r>
              <a:rPr lang="en-US" sz="1350" b="1" dirty="0" err="1">
                <a:solidFill>
                  <a:prstClr val="black"/>
                </a:solidFill>
                <a:latin typeface="Times New Roman" panose="02020603050405020304" pitchFamily="18" charset="0"/>
                <a:cs typeface="Times New Roman" panose="02020603050405020304" pitchFamily="18" charset="0"/>
              </a:rPr>
              <a:t>trong</a:t>
            </a:r>
            <a:r>
              <a:rPr lang="en-US" sz="1350" b="1" dirty="0">
                <a:solidFill>
                  <a:prstClr val="black"/>
                </a:solidFill>
                <a:latin typeface="Times New Roman" panose="02020603050405020304" pitchFamily="18" charset="0"/>
                <a:cs typeface="Times New Roman" panose="02020603050405020304" pitchFamily="18" charset="0"/>
              </a:rPr>
              <a:t> </a:t>
            </a:r>
            <a:r>
              <a:rPr lang="en-US" sz="1350" b="1" dirty="0" err="1">
                <a:solidFill>
                  <a:prstClr val="black"/>
                </a:solidFill>
                <a:latin typeface="Times New Roman" panose="02020603050405020304" pitchFamily="18" charset="0"/>
                <a:cs typeface="Times New Roman" panose="02020603050405020304" pitchFamily="18" charset="0"/>
              </a:rPr>
              <a:t>máy</a:t>
            </a:r>
            <a:endParaRPr lang="en-US" sz="1350" dirty="0">
              <a:solidFill>
                <a:prstClr val="black"/>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4EBB4FAA-139E-4208-91ED-C16215457D47}"/>
              </a:ext>
            </a:extLst>
          </p:cNvPr>
          <p:cNvSpPr txBox="1"/>
          <p:nvPr/>
        </p:nvSpPr>
        <p:spPr>
          <a:xfrm>
            <a:off x="3754819" y="5367443"/>
            <a:ext cx="1945534" cy="300082"/>
          </a:xfrm>
          <a:prstGeom prst="rect">
            <a:avLst/>
          </a:prstGeom>
          <a:noFill/>
        </p:spPr>
        <p:txBody>
          <a:bodyPr wrap="square">
            <a:spAutoFit/>
          </a:bodyPr>
          <a:lstStyle/>
          <a:p>
            <a:pPr defTabSz="685800"/>
            <a:r>
              <a:rPr lang="en-US" sz="1350">
                <a:solidFill>
                  <a:srgbClr val="0000CC"/>
                </a:solidFill>
                <a:latin typeface="Times New Roman" panose="02020603050405020304" pitchFamily="18" charset="0"/>
                <a:cs typeface="Times New Roman" panose="02020603050405020304" pitchFamily="18" charset="0"/>
              </a:rPr>
              <a:t>Image </a:t>
            </a:r>
            <a:r>
              <a:rPr lang="en-US" sz="1350">
                <a:solidFill>
                  <a:srgbClr val="0000CC"/>
                </a:solidFill>
                <a:latin typeface="Times New Roman" panose="02020603050405020304" pitchFamily="18" charset="0"/>
                <a:cs typeface="Times New Roman" panose="02020603050405020304" pitchFamily="18" charset="0"/>
                <a:sym typeface="Symbol" panose="05050102010706020507" pitchFamily="18" charset="2"/>
              </a:rPr>
              <a:t> </a:t>
            </a:r>
            <a:r>
              <a:rPr lang="en-US" sz="1350">
                <a:solidFill>
                  <a:prstClr val="black"/>
                </a:solidFill>
                <a:latin typeface="Times New Roman" panose="02020603050405020304" pitchFamily="18" charset="0"/>
                <a:cs typeface="Times New Roman" panose="02020603050405020304" pitchFamily="18" charset="0"/>
                <a:sym typeface="Symbol" panose="05050102010706020507" pitchFamily="18" charset="2"/>
              </a:rPr>
              <a:t>Text (</a:t>
            </a:r>
            <a:r>
              <a:rPr lang="en-US" sz="1350" b="1">
                <a:solidFill>
                  <a:prstClr val="black"/>
                </a:solidFill>
                <a:latin typeface="Times New Roman" panose="02020603050405020304" pitchFamily="18" charset="0"/>
                <a:cs typeface="Times New Roman" panose="02020603050405020304" pitchFamily="18" charset="0"/>
                <a:sym typeface="Symbol" panose="05050102010706020507" pitchFamily="18" charset="2"/>
              </a:rPr>
              <a:t>OCR</a:t>
            </a:r>
            <a:r>
              <a:rPr lang="en-US" sz="135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endParaRPr lang="en-US" sz="1350">
              <a:solidFill>
                <a:prstClr val="black"/>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95A9546-0DA2-4CC5-9BE2-E7A934525051}"/>
              </a:ext>
            </a:extLst>
          </p:cNvPr>
          <p:cNvSpPr txBox="1"/>
          <p:nvPr/>
        </p:nvSpPr>
        <p:spPr>
          <a:xfrm>
            <a:off x="6525752" y="4579383"/>
            <a:ext cx="1838558" cy="507831"/>
          </a:xfrm>
          <a:prstGeom prst="rect">
            <a:avLst/>
          </a:prstGeom>
          <a:noFill/>
        </p:spPr>
        <p:txBody>
          <a:bodyPr wrap="square">
            <a:spAutoFit/>
          </a:bodyPr>
          <a:lstStyle/>
          <a:p>
            <a:pPr defTabSz="685800"/>
            <a:r>
              <a:rPr lang="en-US" sz="1350">
                <a:solidFill>
                  <a:prstClr val="black"/>
                </a:solidFill>
                <a:latin typeface="Times New Roman" panose="02020603050405020304" pitchFamily="18" charset="0"/>
                <a:cs typeface="Times New Roman" panose="02020603050405020304" pitchFamily="18" charset="0"/>
                <a:sym typeface="Symbol" panose="05050102010706020507" pitchFamily="18" charset="2"/>
              </a:rPr>
              <a:t>Text</a:t>
            </a:r>
            <a:r>
              <a:rPr lang="en-US" sz="1350">
                <a:solidFill>
                  <a:srgbClr val="0000CC"/>
                </a:solidFill>
                <a:latin typeface="Times New Roman" panose="02020603050405020304" pitchFamily="18" charset="0"/>
                <a:cs typeface="Times New Roman" panose="02020603050405020304" pitchFamily="18" charset="0"/>
                <a:sym typeface="Symbol" panose="05050102010706020507" pitchFamily="18" charset="2"/>
              </a:rPr>
              <a:t> </a:t>
            </a:r>
            <a:r>
              <a:rPr lang="en-US" sz="1350">
                <a:solidFill>
                  <a:srgbClr val="FF0000"/>
                </a:solidFill>
                <a:latin typeface="Times New Roman" panose="02020603050405020304" pitchFamily="18" charset="0"/>
                <a:cs typeface="Times New Roman" panose="02020603050405020304" pitchFamily="18" charset="0"/>
                <a:sym typeface="Symbol" panose="05050102010706020507" pitchFamily="18" charset="2"/>
              </a:rPr>
              <a:t>Speech</a:t>
            </a:r>
          </a:p>
          <a:p>
            <a:pPr defTabSz="685800"/>
            <a:r>
              <a:rPr lang="en-US" sz="135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lang="en-US" sz="1350" b="1">
                <a:solidFill>
                  <a:prstClr val="black"/>
                </a:solidFill>
                <a:latin typeface="Times New Roman" panose="02020603050405020304" pitchFamily="18" charset="0"/>
                <a:cs typeface="Times New Roman" panose="02020603050405020304" pitchFamily="18" charset="0"/>
                <a:sym typeface="Symbol" panose="05050102010706020507" pitchFamily="18" charset="2"/>
              </a:rPr>
              <a:t>TTS</a:t>
            </a:r>
            <a:r>
              <a:rPr lang="en-US" sz="135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endParaRPr lang="en-US" sz="1350">
              <a:solidFill>
                <a:prstClr val="black"/>
              </a:solidFill>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id="{E40C639F-69E0-4679-850E-BC61EA7ACA3B}"/>
              </a:ext>
            </a:extLst>
          </p:cNvPr>
          <p:cNvCxnSpPr>
            <a:endCxn id="5" idx="1"/>
          </p:cNvCxnSpPr>
          <p:nvPr/>
        </p:nvCxnSpPr>
        <p:spPr>
          <a:xfrm flipV="1">
            <a:off x="2188777" y="3516513"/>
            <a:ext cx="548808" cy="743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A80D797-0589-451E-BB8E-17F834C767F3}"/>
              </a:ext>
            </a:extLst>
          </p:cNvPr>
          <p:cNvCxnSpPr>
            <a:cxnSpLocks/>
            <a:endCxn id="8" idx="1"/>
          </p:cNvCxnSpPr>
          <p:nvPr/>
        </p:nvCxnSpPr>
        <p:spPr>
          <a:xfrm>
            <a:off x="2210194" y="4295579"/>
            <a:ext cx="626282" cy="755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3A26954-CA7B-4EE3-898A-DECFAA272D35}"/>
              </a:ext>
            </a:extLst>
          </p:cNvPr>
          <p:cNvCxnSpPr>
            <a:cxnSpLocks/>
            <a:stCxn id="8" idx="3"/>
            <a:endCxn id="9" idx="1"/>
          </p:cNvCxnSpPr>
          <p:nvPr/>
        </p:nvCxnSpPr>
        <p:spPr>
          <a:xfrm flipV="1">
            <a:off x="3443650" y="5050897"/>
            <a:ext cx="7598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AAF2CD4-B9D4-4A1E-8A23-39EB7188E046}"/>
              </a:ext>
            </a:extLst>
          </p:cNvPr>
          <p:cNvCxnSpPr>
            <a:cxnSpLocks/>
            <a:stCxn id="5" idx="3"/>
            <a:endCxn id="6" idx="1"/>
          </p:cNvCxnSpPr>
          <p:nvPr/>
        </p:nvCxnSpPr>
        <p:spPr>
          <a:xfrm>
            <a:off x="3728183" y="3516514"/>
            <a:ext cx="548808" cy="1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E912F84-6F02-4482-B8AE-6FE7FC69DF62}"/>
              </a:ext>
            </a:extLst>
          </p:cNvPr>
          <p:cNvCxnSpPr>
            <a:cxnSpLocks/>
            <a:stCxn id="6" idx="3"/>
            <a:endCxn id="7" idx="1"/>
          </p:cNvCxnSpPr>
          <p:nvPr/>
        </p:nvCxnSpPr>
        <p:spPr>
          <a:xfrm>
            <a:off x="4882987" y="3517815"/>
            <a:ext cx="908306" cy="826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4256FED-200E-4AE3-B032-1C30E5B23792}"/>
              </a:ext>
            </a:extLst>
          </p:cNvPr>
          <p:cNvCxnSpPr>
            <a:cxnSpLocks/>
            <a:stCxn id="9" idx="3"/>
            <a:endCxn id="7" idx="1"/>
          </p:cNvCxnSpPr>
          <p:nvPr/>
        </p:nvCxnSpPr>
        <p:spPr>
          <a:xfrm flipV="1">
            <a:off x="5056832" y="4344753"/>
            <a:ext cx="734460" cy="706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38EC0FC-17F3-4800-A0FB-400789895793}"/>
              </a:ext>
            </a:extLst>
          </p:cNvPr>
          <p:cNvCxnSpPr>
            <a:cxnSpLocks/>
            <a:stCxn id="7" idx="3"/>
            <a:endCxn id="10" idx="1"/>
          </p:cNvCxnSpPr>
          <p:nvPr/>
        </p:nvCxnSpPr>
        <p:spPr>
          <a:xfrm>
            <a:off x="6208296" y="4344753"/>
            <a:ext cx="1052255" cy="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87885F39-B5F4-4A75-9F64-1786BA0E546C}"/>
              </a:ext>
            </a:extLst>
          </p:cNvPr>
          <p:cNvCxnSpPr>
            <a:stCxn id="10" idx="0"/>
            <a:endCxn id="11" idx="0"/>
          </p:cNvCxnSpPr>
          <p:nvPr/>
        </p:nvCxnSpPr>
        <p:spPr>
          <a:xfrm rot="16200000" flipV="1">
            <a:off x="4713429" y="1237741"/>
            <a:ext cx="37986" cy="5606685"/>
          </a:xfrm>
          <a:prstGeom prst="bentConnector3">
            <a:avLst>
              <a:gd name="adj1" fmla="val 245347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Content Placeholder 7">
            <a:extLst>
              <a:ext uri="{FF2B5EF4-FFF2-40B4-BE49-F238E27FC236}">
                <a16:creationId xmlns:a16="http://schemas.microsoft.com/office/drawing/2014/main" id="{A4433304-436E-4BDF-949B-908291FB33D8}"/>
              </a:ext>
            </a:extLst>
          </p:cNvPr>
          <p:cNvPicPr>
            <a:picLocks noGrp="1" noChangeAspect="1"/>
          </p:cNvPicPr>
          <p:nvPr>
            <p:ph idx="1"/>
          </p:nvPr>
        </p:nvPicPr>
        <p:blipFill>
          <a:blip r:embed="rId9" cstate="print">
            <a:extLst>
              <a:ext uri="{28A0092B-C50C-407E-A947-70E740481C1C}">
                <a14:useLocalDpi xmlns:a14="http://schemas.microsoft.com/office/drawing/2010/main" val="0"/>
              </a:ext>
            </a:extLst>
          </a:blip>
          <a:stretch>
            <a:fillRect/>
          </a:stretch>
        </p:blipFill>
        <p:spPr>
          <a:xfrm>
            <a:off x="5326707" y="1481292"/>
            <a:ext cx="638175" cy="638175"/>
          </a:xfrm>
        </p:spPr>
      </p:pic>
      <p:pic>
        <p:nvPicPr>
          <p:cNvPr id="25" name="Picture 24">
            <a:extLst>
              <a:ext uri="{FF2B5EF4-FFF2-40B4-BE49-F238E27FC236}">
                <a16:creationId xmlns:a16="http://schemas.microsoft.com/office/drawing/2014/main" id="{E40B86A2-5A34-4DFE-91CD-07656302681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540853" y="1474806"/>
            <a:ext cx="638175" cy="638175"/>
          </a:xfrm>
          <a:prstGeom prst="rect">
            <a:avLst/>
          </a:prstGeom>
        </p:spPr>
      </p:pic>
      <p:sp>
        <p:nvSpPr>
          <p:cNvPr id="26" name="Rectangle 25">
            <a:extLst>
              <a:ext uri="{FF2B5EF4-FFF2-40B4-BE49-F238E27FC236}">
                <a16:creationId xmlns:a16="http://schemas.microsoft.com/office/drawing/2014/main" id="{E5B0BB1D-5D0D-48AC-9469-CBF729BFC80A}"/>
              </a:ext>
            </a:extLst>
          </p:cNvPr>
          <p:cNvSpPr/>
          <p:nvPr/>
        </p:nvSpPr>
        <p:spPr>
          <a:xfrm>
            <a:off x="1171526" y="2082759"/>
            <a:ext cx="1281121" cy="507831"/>
          </a:xfrm>
          <a:prstGeom prst="rect">
            <a:avLst/>
          </a:prstGeom>
        </p:spPr>
        <p:txBody>
          <a:bodyPr wrap="none">
            <a:spAutoFit/>
          </a:bodyPr>
          <a:lstStyle/>
          <a:p>
            <a:pPr defTabSz="685800"/>
            <a:r>
              <a:rPr lang="en-US" sz="1350" b="1">
                <a:solidFill>
                  <a:prstClr val="black"/>
                </a:solidFill>
                <a:latin typeface="Times New Roman" panose="02020603050405020304" pitchFamily="18" charset="0"/>
                <a:cs typeface="Times New Roman" panose="02020603050405020304" pitchFamily="18" charset="0"/>
              </a:rPr>
              <a:t>2. STT</a:t>
            </a:r>
            <a:endParaRPr lang="en-US" sz="1350" b="1" dirty="0">
              <a:solidFill>
                <a:prstClr val="black"/>
              </a:solidFill>
              <a:latin typeface="Times New Roman" panose="02020603050405020304" pitchFamily="18" charset="0"/>
              <a:cs typeface="Times New Roman" panose="02020603050405020304" pitchFamily="18" charset="0"/>
            </a:endParaRPr>
          </a:p>
          <a:p>
            <a:pPr defTabSz="685800"/>
            <a:r>
              <a:rPr lang="en-US" sz="1350">
                <a:solidFill>
                  <a:prstClr val="black"/>
                </a:solidFill>
                <a:latin typeface="Times New Roman" panose="02020603050405020304" pitchFamily="18" charset="0"/>
                <a:cs typeface="Times New Roman" panose="02020603050405020304" pitchFamily="18" charset="0"/>
              </a:rPr>
              <a:t>(Speech to text)</a:t>
            </a:r>
            <a:endParaRPr lang="en-US" sz="1350" dirty="0">
              <a:solidFill>
                <a:prstClr val="black"/>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BAA49008-CE74-45C9-837B-F29305D4772F}"/>
              </a:ext>
            </a:extLst>
          </p:cNvPr>
          <p:cNvSpPr/>
          <p:nvPr/>
        </p:nvSpPr>
        <p:spPr>
          <a:xfrm>
            <a:off x="4898423" y="2080907"/>
            <a:ext cx="1326710" cy="507831"/>
          </a:xfrm>
          <a:prstGeom prst="rect">
            <a:avLst/>
          </a:prstGeom>
        </p:spPr>
        <p:txBody>
          <a:bodyPr wrap="none">
            <a:spAutoFit/>
          </a:bodyPr>
          <a:lstStyle/>
          <a:p>
            <a:pPr defTabSz="685800"/>
            <a:r>
              <a:rPr lang="en-US" sz="1350" b="1" dirty="0">
                <a:solidFill>
                  <a:prstClr val="black"/>
                </a:solidFill>
                <a:latin typeface="Times New Roman" panose="02020603050405020304" pitchFamily="18" charset="0"/>
                <a:cs typeface="Times New Roman" panose="02020603050405020304" pitchFamily="18" charset="0"/>
              </a:rPr>
              <a:t>3. TTS</a:t>
            </a:r>
          </a:p>
          <a:p>
            <a:pPr defTabSz="685800"/>
            <a:r>
              <a:rPr lang="en-US" sz="1350" dirty="0">
                <a:solidFill>
                  <a:prstClr val="black"/>
                </a:solidFill>
                <a:latin typeface="Times New Roman" panose="02020603050405020304" pitchFamily="18" charset="0"/>
                <a:cs typeface="Times New Roman" panose="02020603050405020304" pitchFamily="18" charset="0"/>
              </a:rPr>
              <a:t>(Text to Speech)</a:t>
            </a:r>
          </a:p>
        </p:txBody>
      </p:sp>
      <p:sp>
        <p:nvSpPr>
          <p:cNvPr id="28" name="Rectangle 27">
            <a:extLst>
              <a:ext uri="{FF2B5EF4-FFF2-40B4-BE49-F238E27FC236}">
                <a16:creationId xmlns:a16="http://schemas.microsoft.com/office/drawing/2014/main" id="{3C0995E5-5439-4126-B1E3-A3DCFBC023B2}"/>
              </a:ext>
            </a:extLst>
          </p:cNvPr>
          <p:cNvSpPr/>
          <p:nvPr/>
        </p:nvSpPr>
        <p:spPr>
          <a:xfrm>
            <a:off x="310420" y="1882013"/>
            <a:ext cx="961826" cy="323165"/>
          </a:xfrm>
          <a:prstGeom prst="rect">
            <a:avLst/>
          </a:prstGeom>
        </p:spPr>
        <p:txBody>
          <a:bodyPr wrap="square">
            <a:spAutoFit/>
          </a:bodyPr>
          <a:lstStyle/>
          <a:p>
            <a:pPr defTabSz="685800"/>
            <a:r>
              <a:rPr lang="en-US" sz="1500" b="1" dirty="0">
                <a:solidFill>
                  <a:srgbClr val="FF0000"/>
                </a:solidFill>
                <a:latin typeface="Times New Roman" panose="02020603050405020304" pitchFamily="18" charset="0"/>
                <a:cs typeface="Times New Roman" panose="02020603050405020304" pitchFamily="18" charset="0"/>
              </a:rPr>
              <a:t>Server</a:t>
            </a:r>
          </a:p>
        </p:txBody>
      </p:sp>
      <p:pic>
        <p:nvPicPr>
          <p:cNvPr id="29" name="Picture 28">
            <a:extLst>
              <a:ext uri="{FF2B5EF4-FFF2-40B4-BE49-F238E27FC236}">
                <a16:creationId xmlns:a16="http://schemas.microsoft.com/office/drawing/2014/main" id="{5171D0FF-2C55-4341-A986-41834C5961B5}"/>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2192" t="19356" r="2773" b="27900"/>
          <a:stretch/>
        </p:blipFill>
        <p:spPr>
          <a:xfrm>
            <a:off x="2394051" y="1490557"/>
            <a:ext cx="1366562" cy="468674"/>
          </a:xfrm>
          <a:prstGeom prst="rect">
            <a:avLst/>
          </a:prstGeom>
        </p:spPr>
      </p:pic>
      <p:sp>
        <p:nvSpPr>
          <p:cNvPr id="30" name="Rectangle 29">
            <a:extLst>
              <a:ext uri="{FF2B5EF4-FFF2-40B4-BE49-F238E27FC236}">
                <a16:creationId xmlns:a16="http://schemas.microsoft.com/office/drawing/2014/main" id="{BFDDA2D3-B1C7-4E85-9DB1-4EE2401D205C}"/>
              </a:ext>
            </a:extLst>
          </p:cNvPr>
          <p:cNvSpPr/>
          <p:nvPr/>
        </p:nvSpPr>
        <p:spPr>
          <a:xfrm>
            <a:off x="2358293" y="1930537"/>
            <a:ext cx="1481010" cy="715581"/>
          </a:xfrm>
          <a:prstGeom prst="rect">
            <a:avLst/>
          </a:prstGeom>
        </p:spPr>
        <p:txBody>
          <a:bodyPr wrap="square">
            <a:spAutoFit/>
          </a:bodyPr>
          <a:lstStyle/>
          <a:p>
            <a:pPr defTabSz="685800"/>
            <a:r>
              <a:rPr lang="en-US" sz="1350" b="1" dirty="0">
                <a:solidFill>
                  <a:prstClr val="black"/>
                </a:solidFill>
                <a:latin typeface="Times New Roman" panose="02020603050405020304" pitchFamily="18" charset="0"/>
                <a:cs typeface="Times New Roman" panose="02020603050405020304" pitchFamily="18" charset="0"/>
              </a:rPr>
              <a:t>1. OCR</a:t>
            </a:r>
          </a:p>
          <a:p>
            <a:pPr defTabSz="685800"/>
            <a:r>
              <a:rPr lang="en-US" sz="1350" dirty="0">
                <a:solidFill>
                  <a:prstClr val="black"/>
                </a:solidFill>
                <a:latin typeface="Times New Roman" panose="02020603050405020304" pitchFamily="18" charset="0"/>
                <a:cs typeface="Times New Roman" panose="02020603050405020304" pitchFamily="18" charset="0"/>
              </a:rPr>
              <a:t>(Optical Character Recognition</a:t>
            </a:r>
            <a:r>
              <a:rPr lang="en-US" sz="1350" b="1" dirty="0">
                <a:solidFill>
                  <a:prstClr val="black"/>
                </a:solidFill>
                <a:latin typeface="Times New Roman" panose="02020603050405020304" pitchFamily="18" charset="0"/>
                <a:cs typeface="Times New Roman" panose="02020603050405020304" pitchFamily="18" charset="0"/>
              </a:rPr>
              <a:t>)</a:t>
            </a:r>
          </a:p>
        </p:txBody>
      </p:sp>
      <p:sp>
        <p:nvSpPr>
          <p:cNvPr id="31" name="Rectangle 30">
            <a:extLst>
              <a:ext uri="{FF2B5EF4-FFF2-40B4-BE49-F238E27FC236}">
                <a16:creationId xmlns:a16="http://schemas.microsoft.com/office/drawing/2014/main" id="{93E42D2D-A874-433A-B2FC-44B60D2948FF}"/>
              </a:ext>
            </a:extLst>
          </p:cNvPr>
          <p:cNvSpPr/>
          <p:nvPr/>
        </p:nvSpPr>
        <p:spPr>
          <a:xfrm>
            <a:off x="458432" y="3049688"/>
            <a:ext cx="1756971" cy="323165"/>
          </a:xfrm>
          <a:prstGeom prst="rect">
            <a:avLst/>
          </a:prstGeom>
        </p:spPr>
        <p:txBody>
          <a:bodyPr wrap="square">
            <a:spAutoFit/>
          </a:bodyPr>
          <a:lstStyle/>
          <a:p>
            <a:pPr defTabSz="685800"/>
            <a:r>
              <a:rPr lang="en-US" sz="1500" b="1">
                <a:solidFill>
                  <a:srgbClr val="FF0000"/>
                </a:solidFill>
                <a:latin typeface="Times New Roman" panose="02020603050405020304" pitchFamily="18" charset="0"/>
                <a:cs typeface="Times New Roman" panose="02020603050405020304" pitchFamily="18" charset="0"/>
              </a:rPr>
              <a:t>Client</a:t>
            </a:r>
            <a:endParaRPr lang="en-US" sz="1500" b="1" dirty="0">
              <a:solidFill>
                <a:srgbClr val="FF0000"/>
              </a:solidFill>
              <a:latin typeface="Times New Roman" panose="02020603050405020304" pitchFamily="18" charset="0"/>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B20D2516-D883-428E-AB2F-C62D67AE1F30}"/>
              </a:ext>
            </a:extLst>
          </p:cNvPr>
          <p:cNvCxnSpPr>
            <a:cxnSpLocks/>
            <a:stCxn id="27" idx="2"/>
            <a:endCxn id="33" idx="7"/>
          </p:cNvCxnSpPr>
          <p:nvPr/>
        </p:nvCxnSpPr>
        <p:spPr>
          <a:xfrm>
            <a:off x="5561778" y="2588738"/>
            <a:ext cx="1488616" cy="1699553"/>
          </a:xfrm>
          <a:prstGeom prst="straightConnector1">
            <a:avLst/>
          </a:prstGeom>
          <a:ln>
            <a:solidFill>
              <a:srgbClr val="FF0000">
                <a:alpha val="68000"/>
              </a:srgb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9D343D3B-9603-4C48-9FD3-D0FFBE415773}"/>
              </a:ext>
            </a:extLst>
          </p:cNvPr>
          <p:cNvSpPr/>
          <p:nvPr/>
        </p:nvSpPr>
        <p:spPr>
          <a:xfrm>
            <a:off x="6937995" y="4267419"/>
            <a:ext cx="131684" cy="142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sp>
        <p:nvSpPr>
          <p:cNvPr id="34" name="Oval 33">
            <a:extLst>
              <a:ext uri="{FF2B5EF4-FFF2-40B4-BE49-F238E27FC236}">
                <a16:creationId xmlns:a16="http://schemas.microsoft.com/office/drawing/2014/main" id="{BB6FDB32-1C31-41C7-A399-A1C71478E373}"/>
              </a:ext>
            </a:extLst>
          </p:cNvPr>
          <p:cNvSpPr/>
          <p:nvPr/>
        </p:nvSpPr>
        <p:spPr>
          <a:xfrm>
            <a:off x="3154225" y="3272693"/>
            <a:ext cx="131684" cy="142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sp>
        <p:nvSpPr>
          <p:cNvPr id="35" name="Oval 34">
            <a:extLst>
              <a:ext uri="{FF2B5EF4-FFF2-40B4-BE49-F238E27FC236}">
                <a16:creationId xmlns:a16="http://schemas.microsoft.com/office/drawing/2014/main" id="{C6ED0D7B-EBAE-4DCA-B59A-59E4286D2509}"/>
              </a:ext>
            </a:extLst>
          </p:cNvPr>
          <p:cNvSpPr/>
          <p:nvPr/>
        </p:nvSpPr>
        <p:spPr>
          <a:xfrm>
            <a:off x="3731591" y="4994345"/>
            <a:ext cx="131684" cy="142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cxnSp>
        <p:nvCxnSpPr>
          <p:cNvPr id="36" name="Straight Arrow Connector 35">
            <a:extLst>
              <a:ext uri="{FF2B5EF4-FFF2-40B4-BE49-F238E27FC236}">
                <a16:creationId xmlns:a16="http://schemas.microsoft.com/office/drawing/2014/main" id="{090CC8F3-69D3-425F-9ADE-798A2A9A1D8A}"/>
              </a:ext>
            </a:extLst>
          </p:cNvPr>
          <p:cNvCxnSpPr>
            <a:cxnSpLocks/>
            <a:stCxn id="26" idx="2"/>
            <a:endCxn id="34" idx="7"/>
          </p:cNvCxnSpPr>
          <p:nvPr/>
        </p:nvCxnSpPr>
        <p:spPr>
          <a:xfrm>
            <a:off x="1812086" y="2590590"/>
            <a:ext cx="1454538" cy="702975"/>
          </a:xfrm>
          <a:prstGeom prst="straightConnector1">
            <a:avLst/>
          </a:prstGeom>
          <a:ln>
            <a:solidFill>
              <a:schemeClr val="accent1">
                <a:alpha val="68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66DBE37-BA6B-493B-B27B-4F3E95C048A7}"/>
              </a:ext>
            </a:extLst>
          </p:cNvPr>
          <p:cNvCxnSpPr>
            <a:cxnSpLocks/>
            <a:stCxn id="30" idx="2"/>
            <a:endCxn id="35" idx="7"/>
          </p:cNvCxnSpPr>
          <p:nvPr/>
        </p:nvCxnSpPr>
        <p:spPr>
          <a:xfrm>
            <a:off x="3098798" y="2646118"/>
            <a:ext cx="745192" cy="2369099"/>
          </a:xfrm>
          <a:prstGeom prst="straightConnector1">
            <a:avLst/>
          </a:prstGeom>
          <a:ln>
            <a:solidFill>
              <a:schemeClr val="accent1">
                <a:alpha val="68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19D45A4B-AEE0-42D1-BC21-F937BE6B744E}"/>
              </a:ext>
            </a:extLst>
          </p:cNvPr>
          <p:cNvSpPr/>
          <p:nvPr/>
        </p:nvSpPr>
        <p:spPr>
          <a:xfrm>
            <a:off x="4564299" y="4608725"/>
            <a:ext cx="131684" cy="142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sp>
        <p:nvSpPr>
          <p:cNvPr id="39" name="Oval 38">
            <a:extLst>
              <a:ext uri="{FF2B5EF4-FFF2-40B4-BE49-F238E27FC236}">
                <a16:creationId xmlns:a16="http://schemas.microsoft.com/office/drawing/2014/main" id="{01954344-2ACD-4DD5-90AD-D3EE29ED6310}"/>
              </a:ext>
            </a:extLst>
          </p:cNvPr>
          <p:cNvSpPr/>
          <p:nvPr/>
        </p:nvSpPr>
        <p:spPr>
          <a:xfrm>
            <a:off x="4877054" y="3341432"/>
            <a:ext cx="131684" cy="1425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cxnSp>
        <p:nvCxnSpPr>
          <p:cNvPr id="40" name="Straight Arrow Connector 39">
            <a:extLst>
              <a:ext uri="{FF2B5EF4-FFF2-40B4-BE49-F238E27FC236}">
                <a16:creationId xmlns:a16="http://schemas.microsoft.com/office/drawing/2014/main" id="{4BCE6F86-E8F3-40CA-9D57-B3500F3C9B13}"/>
              </a:ext>
            </a:extLst>
          </p:cNvPr>
          <p:cNvCxnSpPr>
            <a:cxnSpLocks/>
            <a:stCxn id="27" idx="2"/>
            <a:endCxn id="38" idx="0"/>
          </p:cNvCxnSpPr>
          <p:nvPr/>
        </p:nvCxnSpPr>
        <p:spPr>
          <a:xfrm flipH="1">
            <a:off x="4630142" y="2588737"/>
            <a:ext cx="931637" cy="2019988"/>
          </a:xfrm>
          <a:prstGeom prst="straightConnector1">
            <a:avLst/>
          </a:prstGeom>
          <a:ln>
            <a:solidFill>
              <a:srgbClr val="FF0000">
                <a:alpha val="68000"/>
              </a:srgb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E9B66D-FBDC-452F-9FA3-243BA5053CA9}"/>
              </a:ext>
            </a:extLst>
          </p:cNvPr>
          <p:cNvCxnSpPr>
            <a:cxnSpLocks/>
            <a:stCxn id="27" idx="2"/>
            <a:endCxn id="39" idx="6"/>
          </p:cNvCxnSpPr>
          <p:nvPr/>
        </p:nvCxnSpPr>
        <p:spPr>
          <a:xfrm flipH="1">
            <a:off x="5008738" y="2588737"/>
            <a:ext cx="553040" cy="823954"/>
          </a:xfrm>
          <a:prstGeom prst="straightConnector1">
            <a:avLst/>
          </a:prstGeom>
          <a:ln>
            <a:solidFill>
              <a:srgbClr val="FF0000">
                <a:alpha val="68000"/>
              </a:srgb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2" name="Arrow: Up-Down 41">
            <a:extLst>
              <a:ext uri="{FF2B5EF4-FFF2-40B4-BE49-F238E27FC236}">
                <a16:creationId xmlns:a16="http://schemas.microsoft.com/office/drawing/2014/main" id="{2BEF5480-94B7-4C03-919A-9280E4C1C2F2}"/>
              </a:ext>
            </a:extLst>
          </p:cNvPr>
          <p:cNvSpPr/>
          <p:nvPr/>
        </p:nvSpPr>
        <p:spPr>
          <a:xfrm>
            <a:off x="4221139" y="2534767"/>
            <a:ext cx="179858" cy="55614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cxnSp>
        <p:nvCxnSpPr>
          <p:cNvPr id="43" name="Straight Connector 42">
            <a:extLst>
              <a:ext uri="{FF2B5EF4-FFF2-40B4-BE49-F238E27FC236}">
                <a16:creationId xmlns:a16="http://schemas.microsoft.com/office/drawing/2014/main" id="{7075968C-6649-4056-8E26-940E14ECF9D7}"/>
              </a:ext>
            </a:extLst>
          </p:cNvPr>
          <p:cNvCxnSpPr>
            <a:cxnSpLocks/>
          </p:cNvCxnSpPr>
          <p:nvPr/>
        </p:nvCxnSpPr>
        <p:spPr>
          <a:xfrm flipV="1">
            <a:off x="1005840" y="2812842"/>
            <a:ext cx="7292340" cy="315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70718C99-9EF6-4BC3-8B44-01989471AADA}"/>
              </a:ext>
            </a:extLst>
          </p:cNvPr>
          <p:cNvSpPr/>
          <p:nvPr/>
        </p:nvSpPr>
        <p:spPr>
          <a:xfrm>
            <a:off x="6265357" y="2048640"/>
            <a:ext cx="1185998" cy="715581"/>
          </a:xfrm>
          <a:prstGeom prst="rect">
            <a:avLst/>
          </a:prstGeom>
        </p:spPr>
        <p:txBody>
          <a:bodyPr wrap="square">
            <a:spAutoFit/>
          </a:bodyPr>
          <a:lstStyle/>
          <a:p>
            <a:pPr defTabSz="685800"/>
            <a:r>
              <a:rPr lang="en-US" sz="1350" b="1" dirty="0">
                <a:solidFill>
                  <a:prstClr val="black"/>
                </a:solidFill>
                <a:latin typeface="Times New Roman" panose="02020603050405020304" pitchFamily="18" charset="0"/>
                <a:cs typeface="Times New Roman" panose="02020603050405020304" pitchFamily="18" charset="0"/>
              </a:rPr>
              <a:t>5. CR</a:t>
            </a:r>
          </a:p>
          <a:p>
            <a:pPr defTabSz="685800"/>
            <a:r>
              <a:rPr lang="en-US" sz="1350" dirty="0">
                <a:solidFill>
                  <a:prstClr val="black"/>
                </a:solidFill>
                <a:latin typeface="Times New Roman" panose="02020603050405020304" pitchFamily="18" charset="0"/>
                <a:cs typeface="Times New Roman" panose="02020603050405020304" pitchFamily="18" charset="0"/>
              </a:rPr>
              <a:t>(Color recognition)</a:t>
            </a:r>
          </a:p>
        </p:txBody>
      </p:sp>
      <p:sp>
        <p:nvSpPr>
          <p:cNvPr id="51" name="Rectangle 50">
            <a:extLst>
              <a:ext uri="{FF2B5EF4-FFF2-40B4-BE49-F238E27FC236}">
                <a16:creationId xmlns:a16="http://schemas.microsoft.com/office/drawing/2014/main" id="{48E88FE6-459C-4498-818F-2FEA49676FFF}"/>
              </a:ext>
            </a:extLst>
          </p:cNvPr>
          <p:cNvSpPr/>
          <p:nvPr/>
        </p:nvSpPr>
        <p:spPr>
          <a:xfrm>
            <a:off x="7384368" y="2033919"/>
            <a:ext cx="1185998" cy="715581"/>
          </a:xfrm>
          <a:prstGeom prst="rect">
            <a:avLst/>
          </a:prstGeom>
        </p:spPr>
        <p:txBody>
          <a:bodyPr wrap="square">
            <a:spAutoFit/>
          </a:bodyPr>
          <a:lstStyle/>
          <a:p>
            <a:pPr defTabSz="685800"/>
            <a:r>
              <a:rPr lang="en-US" sz="1350" b="1" dirty="0">
                <a:solidFill>
                  <a:prstClr val="black"/>
                </a:solidFill>
                <a:latin typeface="Times New Roman" panose="02020603050405020304" pitchFamily="18" charset="0"/>
                <a:cs typeface="Times New Roman" panose="02020603050405020304" pitchFamily="18" charset="0"/>
              </a:rPr>
              <a:t>6. OR</a:t>
            </a:r>
          </a:p>
          <a:p>
            <a:pPr defTabSz="685800"/>
            <a:r>
              <a:rPr lang="en-US" sz="1350" dirty="0">
                <a:solidFill>
                  <a:prstClr val="black"/>
                </a:solidFill>
                <a:latin typeface="Times New Roman" panose="02020603050405020304" pitchFamily="18" charset="0"/>
                <a:cs typeface="Times New Roman" panose="02020603050405020304" pitchFamily="18" charset="0"/>
              </a:rPr>
              <a:t>(Object recognition)</a:t>
            </a:r>
          </a:p>
        </p:txBody>
      </p:sp>
      <p:pic>
        <p:nvPicPr>
          <p:cNvPr id="53" name="Picture 52">
            <a:extLst>
              <a:ext uri="{FF2B5EF4-FFF2-40B4-BE49-F238E27FC236}">
                <a16:creationId xmlns:a16="http://schemas.microsoft.com/office/drawing/2014/main" id="{ECFAF07B-603A-4FB3-A163-51899F5BEB6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46146" y="1500593"/>
            <a:ext cx="565981" cy="565981"/>
          </a:xfrm>
          <a:prstGeom prst="rect">
            <a:avLst/>
          </a:prstGeom>
        </p:spPr>
      </p:pic>
      <p:pic>
        <p:nvPicPr>
          <p:cNvPr id="55" name="Picture 54">
            <a:extLst>
              <a:ext uri="{FF2B5EF4-FFF2-40B4-BE49-F238E27FC236}">
                <a16:creationId xmlns:a16="http://schemas.microsoft.com/office/drawing/2014/main" id="{4862E522-5E5B-410E-815E-D6B03C2D7CD9}"/>
              </a:ext>
            </a:extLst>
          </p:cNvPr>
          <p:cNvPicPr>
            <a:picLocks noChangeAspect="1"/>
          </p:cNvPicPr>
          <p:nvPr/>
        </p:nvPicPr>
        <p:blipFill rotWithShape="1">
          <a:blip r:embed="rId13">
            <a:extLst>
              <a:ext uri="{28A0092B-C50C-407E-A947-70E740481C1C}">
                <a14:useLocalDpi xmlns:a14="http://schemas.microsoft.com/office/drawing/2010/main" val="0"/>
              </a:ext>
            </a:extLst>
          </a:blip>
          <a:srcRect l="24193" t="23893" r="25122" b="24692"/>
          <a:stretch/>
        </p:blipFill>
        <p:spPr>
          <a:xfrm>
            <a:off x="7631658" y="1490557"/>
            <a:ext cx="565982" cy="574128"/>
          </a:xfrm>
          <a:prstGeom prst="rect">
            <a:avLst/>
          </a:prstGeom>
        </p:spPr>
      </p:pic>
      <p:pic>
        <p:nvPicPr>
          <p:cNvPr id="1028" name="Picture 4" descr="Index records, index retrieval, information resources, information retrieval,  text retrieval icon - Download on Iconfinder">
            <a:extLst>
              <a:ext uri="{FF2B5EF4-FFF2-40B4-BE49-F238E27FC236}">
                <a16:creationId xmlns:a16="http://schemas.microsoft.com/office/drawing/2014/main" id="{44697A43-F3C9-4290-B1C0-F8BD83E95A67}"/>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228178" y="1496549"/>
            <a:ext cx="696455" cy="696455"/>
          </a:xfrm>
          <a:prstGeom prst="rect">
            <a:avLst/>
          </a:prstGeom>
          <a:noFill/>
          <a:extLst>
            <a:ext uri="{909E8E84-426E-40DD-AFC4-6F175D3DCCD1}">
              <a14:hiddenFill xmlns:a14="http://schemas.microsoft.com/office/drawing/2010/main">
                <a:solidFill>
                  <a:srgbClr val="FFFFFF"/>
                </a:solidFill>
              </a14:hiddenFill>
            </a:ext>
          </a:extLst>
        </p:spPr>
      </p:pic>
      <p:sp>
        <p:nvSpPr>
          <p:cNvPr id="49" name="Rectangle 48">
            <a:extLst>
              <a:ext uri="{FF2B5EF4-FFF2-40B4-BE49-F238E27FC236}">
                <a16:creationId xmlns:a16="http://schemas.microsoft.com/office/drawing/2014/main" id="{E1B61635-E553-4408-8E92-9071D7653E7C}"/>
              </a:ext>
            </a:extLst>
          </p:cNvPr>
          <p:cNvSpPr/>
          <p:nvPr/>
        </p:nvSpPr>
        <p:spPr>
          <a:xfrm>
            <a:off x="3938860" y="2103737"/>
            <a:ext cx="1203662" cy="715581"/>
          </a:xfrm>
          <a:prstGeom prst="rect">
            <a:avLst/>
          </a:prstGeom>
        </p:spPr>
        <p:txBody>
          <a:bodyPr wrap="square">
            <a:spAutoFit/>
          </a:bodyPr>
          <a:lstStyle/>
          <a:p>
            <a:pPr defTabSz="685800"/>
            <a:r>
              <a:rPr lang="en-US" sz="1350" b="1" dirty="0">
                <a:solidFill>
                  <a:prstClr val="black"/>
                </a:solidFill>
                <a:latin typeface="Times New Roman" panose="02020603050405020304" pitchFamily="18" charset="0"/>
                <a:cs typeface="Times New Roman" panose="02020603050405020304" pitchFamily="18" charset="0"/>
              </a:rPr>
              <a:t>4. IR</a:t>
            </a:r>
          </a:p>
          <a:p>
            <a:pPr defTabSz="685800"/>
            <a:r>
              <a:rPr lang="en-US" sz="1350" dirty="0">
                <a:solidFill>
                  <a:prstClr val="black"/>
                </a:solidFill>
                <a:latin typeface="Times New Roman" panose="02020603050405020304" pitchFamily="18" charset="0"/>
                <a:cs typeface="Times New Roman" panose="02020603050405020304" pitchFamily="18" charset="0"/>
              </a:rPr>
              <a:t>Information Retrieval</a:t>
            </a:r>
          </a:p>
        </p:txBody>
      </p:sp>
      <p:cxnSp>
        <p:nvCxnSpPr>
          <p:cNvPr id="52" name="Straight Arrow Connector 51">
            <a:extLst>
              <a:ext uri="{FF2B5EF4-FFF2-40B4-BE49-F238E27FC236}">
                <a16:creationId xmlns:a16="http://schemas.microsoft.com/office/drawing/2014/main" id="{EF58986C-0F62-4CD7-BBCE-30E42FADD377}"/>
              </a:ext>
            </a:extLst>
          </p:cNvPr>
          <p:cNvCxnSpPr>
            <a:cxnSpLocks/>
            <a:endCxn id="39" idx="0"/>
          </p:cNvCxnSpPr>
          <p:nvPr/>
        </p:nvCxnSpPr>
        <p:spPr>
          <a:xfrm>
            <a:off x="4559976" y="2081050"/>
            <a:ext cx="382920" cy="1260383"/>
          </a:xfrm>
          <a:prstGeom prst="straightConnector1">
            <a:avLst/>
          </a:prstGeom>
          <a:ln>
            <a:solidFill>
              <a:srgbClr val="FF0000">
                <a:alpha val="68000"/>
              </a:srgb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D9A61232-449D-4161-8959-E9DC3BCC8DBC}"/>
              </a:ext>
            </a:extLst>
          </p:cNvPr>
          <p:cNvSpPr>
            <a:spLocks noGrp="1"/>
          </p:cNvSpPr>
          <p:nvPr>
            <p:ph type="sldNum" sz="quarter" idx="11"/>
          </p:nvPr>
        </p:nvSpPr>
        <p:spPr/>
        <p:txBody>
          <a:bodyPr/>
          <a:lstStyle/>
          <a:p>
            <a:pPr>
              <a:defRPr/>
            </a:pPr>
            <a:fld id="{E9BFE15A-3346-4571-882B-EB624BC8BD4C}" type="slidenum">
              <a:rPr lang="en-US" smtClean="0"/>
              <a:pPr>
                <a:defRPr/>
              </a:pPr>
              <a:t>20</a:t>
            </a:fld>
            <a:endParaRPr lang="en-US" dirty="0"/>
          </a:p>
        </p:txBody>
      </p:sp>
      <p:sp>
        <p:nvSpPr>
          <p:cNvPr id="54" name="Content Placeholder 2">
            <a:extLst>
              <a:ext uri="{FF2B5EF4-FFF2-40B4-BE49-F238E27FC236}">
                <a16:creationId xmlns:a16="http://schemas.microsoft.com/office/drawing/2014/main" id="{EFC9B4AA-43F4-4E47-9F2B-40BFDFE73B78}"/>
              </a:ext>
            </a:extLst>
          </p:cNvPr>
          <p:cNvSpPr txBox="1">
            <a:spLocks/>
          </p:cNvSpPr>
          <p:nvPr/>
        </p:nvSpPr>
        <p:spPr>
          <a:xfrm>
            <a:off x="1422310" y="5886264"/>
            <a:ext cx="5953539" cy="506738"/>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8: </a:t>
            </a:r>
            <a:r>
              <a:rPr lang="en-US" sz="1500" i="1" dirty="0" err="1">
                <a:latin typeface="+mj-lt"/>
                <a:ea typeface="Arial" panose="020B0604020202020204" pitchFamily="34" charset="0"/>
              </a:rPr>
              <a:t>Sơ</a:t>
            </a:r>
            <a:r>
              <a:rPr lang="en-US" sz="1500" i="1" dirty="0">
                <a:latin typeface="+mj-lt"/>
                <a:ea typeface="Arial" panose="020B0604020202020204" pitchFamily="34" charset="0"/>
              </a:rPr>
              <a:t> </a:t>
            </a:r>
            <a:r>
              <a:rPr lang="en-US" sz="1500" i="1" dirty="0" err="1">
                <a:latin typeface="+mj-lt"/>
                <a:ea typeface="Arial" panose="020B0604020202020204" pitchFamily="34" charset="0"/>
              </a:rPr>
              <a:t>đồ</a:t>
            </a:r>
            <a:r>
              <a:rPr lang="en-US" sz="1500" i="1" dirty="0">
                <a:latin typeface="+mj-lt"/>
                <a:ea typeface="Arial" panose="020B0604020202020204" pitchFamily="34" charset="0"/>
              </a:rPr>
              <a:t> </a:t>
            </a:r>
            <a:r>
              <a:rPr lang="en-US" sz="1500" i="1" dirty="0" err="1">
                <a:latin typeface="+mj-lt"/>
                <a:ea typeface="Arial" panose="020B0604020202020204" pitchFamily="34" charset="0"/>
              </a:rPr>
              <a:t>triển</a:t>
            </a:r>
            <a:r>
              <a:rPr lang="en-US" sz="1500" i="1" dirty="0">
                <a:latin typeface="+mj-lt"/>
                <a:ea typeface="Arial" panose="020B0604020202020204" pitchFamily="34" charset="0"/>
              </a:rPr>
              <a:t> </a:t>
            </a:r>
            <a:r>
              <a:rPr lang="en-US" sz="1500" i="1" dirty="0" err="1">
                <a:latin typeface="+mj-lt"/>
                <a:ea typeface="Arial" panose="020B0604020202020204" pitchFamily="34" charset="0"/>
              </a:rPr>
              <a:t>khai</a:t>
            </a:r>
            <a:r>
              <a:rPr lang="en-US" sz="1500" i="1" dirty="0">
                <a:latin typeface="+mj-lt"/>
                <a:ea typeface="Arial" panose="020B0604020202020204" pitchFamily="34" charset="0"/>
              </a:rPr>
              <a:t> công </a:t>
            </a:r>
            <a:r>
              <a:rPr lang="en-US" sz="1500" i="1" dirty="0" err="1">
                <a:latin typeface="+mj-lt"/>
                <a:ea typeface="Arial" panose="020B0604020202020204" pitchFamily="34" charset="0"/>
              </a:rPr>
              <a:t>nghệ</a:t>
            </a:r>
            <a:r>
              <a:rPr lang="en-US" sz="1500" i="1" dirty="0">
                <a:latin typeface="+mj-lt"/>
                <a:ea typeface="Arial" panose="020B0604020202020204" pitchFamily="34" charset="0"/>
              </a:rPr>
              <a:t>, </a:t>
            </a:r>
            <a:r>
              <a:rPr lang="en-US" sz="1500" i="1" dirty="0" err="1">
                <a:latin typeface="+mj-lt"/>
                <a:ea typeface="Arial" panose="020B0604020202020204" pitchFamily="34" charset="0"/>
              </a:rPr>
              <a:t>tích</a:t>
            </a:r>
            <a:r>
              <a:rPr lang="en-US" sz="1500" i="1" dirty="0">
                <a:latin typeface="+mj-lt"/>
                <a:ea typeface="Arial" panose="020B0604020202020204" pitchFamily="34" charset="0"/>
              </a:rPr>
              <a:t> </a:t>
            </a:r>
            <a:r>
              <a:rPr lang="en-US" sz="1500" i="1" dirty="0" err="1">
                <a:latin typeface="+mj-lt"/>
                <a:ea typeface="Arial" panose="020B0604020202020204" pitchFamily="34" charset="0"/>
              </a:rPr>
              <a:t>hợp</a:t>
            </a:r>
            <a:r>
              <a:rPr lang="en-US" sz="1500" i="1" dirty="0">
                <a:latin typeface="+mj-lt"/>
                <a:ea typeface="Arial" panose="020B0604020202020204" pitchFamily="34" charset="0"/>
              </a:rPr>
              <a:t> </a:t>
            </a:r>
            <a:r>
              <a:rPr lang="en-US" sz="1500" i="1" dirty="0" err="1">
                <a:latin typeface="+mj-lt"/>
                <a:ea typeface="Arial" panose="020B0604020202020204" pitchFamily="34" charset="0"/>
              </a:rPr>
              <a:t>ứng</a:t>
            </a:r>
            <a:r>
              <a:rPr lang="en-US" sz="1500" i="1" dirty="0">
                <a:latin typeface="+mj-lt"/>
                <a:ea typeface="Arial" panose="020B0604020202020204" pitchFamily="34" charset="0"/>
              </a:rPr>
              <a:t> </a:t>
            </a:r>
            <a:r>
              <a:rPr lang="en-US" sz="1500" i="1" dirty="0" err="1">
                <a:latin typeface="+mj-lt"/>
                <a:ea typeface="Arial" panose="020B0604020202020204" pitchFamily="34" charset="0"/>
              </a:rPr>
              <a:t>dụng</a:t>
            </a:r>
            <a:endParaRPr lang="en-US" i="1" dirty="0">
              <a:latin typeface="+mj-lt"/>
            </a:endParaRPr>
          </a:p>
        </p:txBody>
      </p:sp>
    </p:spTree>
    <p:extLst>
      <p:ext uri="{BB962C8B-B14F-4D97-AF65-F5344CB8AC3E}">
        <p14:creationId xmlns:p14="http://schemas.microsoft.com/office/powerpoint/2010/main" val="11878655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E813-0F13-4969-A54D-2400F3F5B7FC}"/>
              </a:ext>
            </a:extLst>
          </p:cNvPr>
          <p:cNvSpPr>
            <a:spLocks noGrp="1"/>
          </p:cNvSpPr>
          <p:nvPr>
            <p:ph type="title"/>
          </p:nvPr>
        </p:nvSpPr>
        <p:spPr/>
        <p:txBody>
          <a:bodyPr/>
          <a:lstStyle/>
          <a:p>
            <a:r>
              <a:rPr lang="en-US"/>
              <a:t>Nhận dạng ký tự quang học (OCR)</a:t>
            </a:r>
          </a:p>
        </p:txBody>
      </p:sp>
      <p:sp>
        <p:nvSpPr>
          <p:cNvPr id="7" name="Content Placeholder 6">
            <a:extLst>
              <a:ext uri="{FF2B5EF4-FFF2-40B4-BE49-F238E27FC236}">
                <a16:creationId xmlns:a16="http://schemas.microsoft.com/office/drawing/2014/main" id="{94D1D314-1EB6-47F4-B888-9AE33B591A20}"/>
              </a:ext>
            </a:extLst>
          </p:cNvPr>
          <p:cNvSpPr>
            <a:spLocks noGrp="1"/>
          </p:cNvSpPr>
          <p:nvPr>
            <p:ph idx="1"/>
          </p:nvPr>
        </p:nvSpPr>
        <p:spPr>
          <a:xfrm>
            <a:off x="207629" y="1355308"/>
            <a:ext cx="8588229" cy="4500187"/>
          </a:xfrm>
        </p:spPr>
        <p:txBody>
          <a:bodyPr>
            <a:normAutofit/>
          </a:bodyPr>
          <a:lstStyle/>
          <a:p>
            <a:r>
              <a:rPr lang="en-US" sz="2400" dirty="0" err="1"/>
              <a:t>Quy</a:t>
            </a:r>
            <a:r>
              <a:rPr lang="en-US" sz="2400" dirty="0"/>
              <a:t> </a:t>
            </a:r>
            <a:r>
              <a:rPr lang="en-US" sz="2400" dirty="0" err="1"/>
              <a:t>trình</a:t>
            </a:r>
            <a:r>
              <a:rPr lang="en-US" sz="2400" dirty="0"/>
              <a:t> </a:t>
            </a:r>
            <a:r>
              <a:rPr lang="en-US" sz="2400" dirty="0" err="1"/>
              <a:t>nhận</a:t>
            </a:r>
            <a:r>
              <a:rPr lang="en-US" sz="2400" dirty="0"/>
              <a:t> </a:t>
            </a:r>
            <a:r>
              <a:rPr lang="en-US" sz="2400" dirty="0" err="1"/>
              <a:t>dạng</a:t>
            </a:r>
            <a:endParaRPr lang="en-US" sz="2400" dirty="0"/>
          </a:p>
          <a:p>
            <a:endParaRPr lang="en-US" dirty="0"/>
          </a:p>
          <a:p>
            <a:endParaRPr lang="en-US" dirty="0"/>
          </a:p>
          <a:p>
            <a:endParaRPr lang="en-US" dirty="0"/>
          </a:p>
          <a:p>
            <a:endParaRPr lang="en-US" dirty="0"/>
          </a:p>
          <a:p>
            <a:endParaRPr lang="en-US" dirty="0"/>
          </a:p>
          <a:p>
            <a:endParaRPr lang="en-US" dirty="0"/>
          </a:p>
        </p:txBody>
      </p:sp>
      <p:pic>
        <p:nvPicPr>
          <p:cNvPr id="15" name="Picture 14">
            <a:extLst>
              <a:ext uri="{FF2B5EF4-FFF2-40B4-BE49-F238E27FC236}">
                <a16:creationId xmlns:a16="http://schemas.microsoft.com/office/drawing/2014/main" id="{17280D0E-1F62-4E29-BA58-C08DA8CC1E15}"/>
              </a:ext>
            </a:extLst>
          </p:cNvPr>
          <p:cNvPicPr>
            <a:picLocks noChangeAspect="1"/>
          </p:cNvPicPr>
          <p:nvPr/>
        </p:nvPicPr>
        <p:blipFill>
          <a:blip r:embed="rId3"/>
          <a:stretch>
            <a:fillRect/>
          </a:stretch>
        </p:blipFill>
        <p:spPr>
          <a:xfrm>
            <a:off x="204316" y="2057400"/>
            <a:ext cx="8565356" cy="1671638"/>
          </a:xfrm>
          <a:prstGeom prst="rect">
            <a:avLst/>
          </a:prstGeom>
        </p:spPr>
      </p:pic>
      <p:sp>
        <p:nvSpPr>
          <p:cNvPr id="3" name="Slide Number Placeholder 2">
            <a:extLst>
              <a:ext uri="{FF2B5EF4-FFF2-40B4-BE49-F238E27FC236}">
                <a16:creationId xmlns:a16="http://schemas.microsoft.com/office/drawing/2014/main" id="{2861310C-444C-4BE3-9883-D314FD8D35E4}"/>
              </a:ext>
            </a:extLst>
          </p:cNvPr>
          <p:cNvSpPr>
            <a:spLocks noGrp="1"/>
          </p:cNvSpPr>
          <p:nvPr>
            <p:ph type="sldNum" sz="quarter" idx="11"/>
          </p:nvPr>
        </p:nvSpPr>
        <p:spPr/>
        <p:txBody>
          <a:bodyPr/>
          <a:lstStyle/>
          <a:p>
            <a:pPr>
              <a:defRPr/>
            </a:pPr>
            <a:fld id="{E9BFE15A-3346-4571-882B-EB624BC8BD4C}" type="slidenum">
              <a:rPr lang="en-US" smtClean="0"/>
              <a:pPr>
                <a:defRPr/>
              </a:pPr>
              <a:t>21</a:t>
            </a:fld>
            <a:endParaRPr lang="en-US" dirty="0"/>
          </a:p>
        </p:txBody>
      </p:sp>
      <p:sp>
        <p:nvSpPr>
          <p:cNvPr id="6" name="Content Placeholder 2">
            <a:extLst>
              <a:ext uri="{FF2B5EF4-FFF2-40B4-BE49-F238E27FC236}">
                <a16:creationId xmlns:a16="http://schemas.microsoft.com/office/drawing/2014/main" id="{052222B2-9E2C-467A-BEBF-607EABAD9FD7}"/>
              </a:ext>
            </a:extLst>
          </p:cNvPr>
          <p:cNvSpPr txBox="1">
            <a:spLocks/>
          </p:cNvSpPr>
          <p:nvPr/>
        </p:nvSpPr>
        <p:spPr>
          <a:xfrm>
            <a:off x="1972394" y="3777303"/>
            <a:ext cx="5029200" cy="1014963"/>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9: </a:t>
            </a:r>
            <a:r>
              <a:rPr lang="en-US" sz="1500" i="1" dirty="0" err="1">
                <a:latin typeface="+mj-lt"/>
                <a:ea typeface="Arial" panose="020B0604020202020204" pitchFamily="34" charset="0"/>
              </a:rPr>
              <a:t>Các</a:t>
            </a:r>
            <a:r>
              <a:rPr lang="en-US" sz="1500" i="1" dirty="0">
                <a:latin typeface="+mj-lt"/>
                <a:ea typeface="Arial" panose="020B0604020202020204" pitchFamily="34" charset="0"/>
              </a:rPr>
              <a:t> </a:t>
            </a:r>
            <a:r>
              <a:rPr lang="en-US" sz="1500" i="1" dirty="0" err="1">
                <a:latin typeface="+mj-lt"/>
                <a:ea typeface="Arial" panose="020B0604020202020204" pitchFamily="34" charset="0"/>
              </a:rPr>
              <a:t>bước</a:t>
            </a:r>
            <a:r>
              <a:rPr lang="en-US" sz="1500" i="1" dirty="0">
                <a:latin typeface="+mj-lt"/>
                <a:ea typeface="Arial" panose="020B0604020202020204" pitchFamily="34" charset="0"/>
              </a:rPr>
              <a:t> </a:t>
            </a:r>
            <a:r>
              <a:rPr lang="en-US" sz="1500" i="1" dirty="0" err="1">
                <a:latin typeface="+mj-lt"/>
                <a:ea typeface="Arial" panose="020B0604020202020204" pitchFamily="34" charset="0"/>
              </a:rPr>
              <a:t>chuyển</a:t>
            </a:r>
            <a:r>
              <a:rPr lang="en-US" sz="1500" i="1" dirty="0">
                <a:latin typeface="+mj-lt"/>
                <a:ea typeface="Arial" panose="020B0604020202020204" pitchFamily="34" charset="0"/>
              </a:rPr>
              <a:t> </a:t>
            </a:r>
            <a:r>
              <a:rPr lang="en-US" sz="1500" i="1" dirty="0" err="1">
                <a:latin typeface="+mj-lt"/>
                <a:ea typeface="Arial" panose="020B0604020202020204" pitchFamily="34" charset="0"/>
              </a:rPr>
              <a:t>đổi</a:t>
            </a:r>
            <a:r>
              <a:rPr lang="en-US" sz="1500" i="1" dirty="0">
                <a:latin typeface="+mj-lt"/>
                <a:ea typeface="Arial" panose="020B0604020202020204" pitchFamily="34" charset="0"/>
              </a:rPr>
              <a:t> </a:t>
            </a:r>
            <a:r>
              <a:rPr lang="en-US" sz="1500" i="1" dirty="0" err="1">
                <a:latin typeface="+mj-lt"/>
                <a:ea typeface="Arial" panose="020B0604020202020204" pitchFamily="34" charset="0"/>
              </a:rPr>
              <a:t>hình</a:t>
            </a:r>
            <a:r>
              <a:rPr lang="en-US" sz="1500" i="1" dirty="0">
                <a:latin typeface="+mj-lt"/>
                <a:ea typeface="Arial" panose="020B0604020202020204" pitchFamily="34" charset="0"/>
              </a:rPr>
              <a:t> </a:t>
            </a:r>
            <a:r>
              <a:rPr lang="en-US" sz="1500" i="1" dirty="0" err="1">
                <a:latin typeface="+mj-lt"/>
                <a:ea typeface="Arial" panose="020B0604020202020204" pitchFamily="34" charset="0"/>
              </a:rPr>
              <a:t>ảnh</a:t>
            </a:r>
            <a:r>
              <a:rPr lang="en-US" sz="1500" i="1" dirty="0">
                <a:latin typeface="+mj-lt"/>
                <a:ea typeface="Arial" panose="020B0604020202020204" pitchFamily="34" charset="0"/>
              </a:rPr>
              <a:t> </a:t>
            </a:r>
            <a:r>
              <a:rPr lang="en-US" sz="1500" i="1" dirty="0" err="1">
                <a:latin typeface="+mj-lt"/>
                <a:ea typeface="Arial" panose="020B0604020202020204" pitchFamily="34" charset="0"/>
              </a:rPr>
              <a:t>thành</a:t>
            </a:r>
            <a:r>
              <a:rPr lang="en-US" sz="1500" i="1" dirty="0">
                <a:latin typeface="+mj-lt"/>
                <a:ea typeface="Arial" panose="020B0604020202020204" pitchFamily="34" charset="0"/>
              </a:rPr>
              <a:t> </a:t>
            </a:r>
            <a:r>
              <a:rPr lang="en-US" sz="1500" i="1" dirty="0" err="1">
                <a:latin typeface="+mj-lt"/>
                <a:ea typeface="Arial" panose="020B0604020202020204" pitchFamily="34" charset="0"/>
              </a:rPr>
              <a:t>văn</a:t>
            </a:r>
            <a:r>
              <a:rPr lang="en-US" sz="1500" i="1" dirty="0">
                <a:latin typeface="+mj-lt"/>
                <a:ea typeface="Arial" panose="020B0604020202020204" pitchFamily="34" charset="0"/>
              </a:rPr>
              <a:t> </a:t>
            </a:r>
            <a:r>
              <a:rPr lang="en-US" sz="1500" i="1" dirty="0" err="1">
                <a:latin typeface="+mj-lt"/>
                <a:ea typeface="Arial" panose="020B0604020202020204" pitchFamily="34" charset="0"/>
              </a:rPr>
              <a:t>bản</a:t>
            </a:r>
            <a:endParaRPr lang="en-US" i="1" dirty="0">
              <a:latin typeface="+mj-lt"/>
            </a:endParaRPr>
          </a:p>
        </p:txBody>
      </p:sp>
    </p:spTree>
    <p:extLst>
      <p:ext uri="{BB962C8B-B14F-4D97-AF65-F5344CB8AC3E}">
        <p14:creationId xmlns:p14="http://schemas.microsoft.com/office/powerpoint/2010/main" val="2792176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E813-0F13-4969-A54D-2400F3F5B7FC}"/>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và</a:t>
            </a:r>
            <a:r>
              <a:rPr lang="en-US" dirty="0"/>
              <a:t> </a:t>
            </a:r>
            <a:r>
              <a:rPr lang="en-US" dirty="0" err="1"/>
              <a:t>phân</a:t>
            </a:r>
            <a:r>
              <a:rPr lang="en-US" dirty="0"/>
              <a:t> </a:t>
            </a:r>
            <a:r>
              <a:rPr lang="en-US" dirty="0" err="1"/>
              <a:t>tích</a:t>
            </a:r>
            <a:r>
              <a:rPr lang="en-US" dirty="0"/>
              <a:t> </a:t>
            </a:r>
            <a:r>
              <a:rPr lang="en-US" dirty="0" err="1"/>
              <a:t>cấu</a:t>
            </a:r>
            <a:r>
              <a:rPr lang="en-US" dirty="0"/>
              <a:t> </a:t>
            </a:r>
            <a:r>
              <a:rPr lang="en-US" dirty="0" err="1"/>
              <a:t>trúc</a:t>
            </a:r>
            <a:endParaRPr lang="en-US" dirty="0"/>
          </a:p>
        </p:txBody>
      </p:sp>
      <p:sp>
        <p:nvSpPr>
          <p:cNvPr id="7" name="Content Placeholder 6">
            <a:extLst>
              <a:ext uri="{FF2B5EF4-FFF2-40B4-BE49-F238E27FC236}">
                <a16:creationId xmlns:a16="http://schemas.microsoft.com/office/drawing/2014/main" id="{94D1D314-1EB6-47F4-B888-9AE33B591A20}"/>
              </a:ext>
            </a:extLst>
          </p:cNvPr>
          <p:cNvSpPr>
            <a:spLocks noGrp="1"/>
          </p:cNvSpPr>
          <p:nvPr>
            <p:ph idx="1"/>
          </p:nvPr>
        </p:nvSpPr>
        <p:spPr>
          <a:xfrm>
            <a:off x="207629" y="1355308"/>
            <a:ext cx="8588229" cy="4500187"/>
          </a:xfrm>
        </p:spPr>
        <p:txBody>
          <a:bodyPr>
            <a:normAutofit/>
          </a:bodyPr>
          <a:lstStyle/>
          <a:p>
            <a:r>
              <a:rPr lang="en-US" sz="2000" dirty="0" err="1"/>
              <a:t>Tiền</a:t>
            </a:r>
            <a:r>
              <a:rPr lang="en-US" sz="2000" dirty="0"/>
              <a:t> </a:t>
            </a:r>
            <a:r>
              <a:rPr lang="en-US" sz="2000" dirty="0" err="1"/>
              <a:t>xử</a:t>
            </a:r>
            <a:r>
              <a:rPr lang="en-US" sz="2000" dirty="0"/>
              <a:t> </a:t>
            </a:r>
            <a:r>
              <a:rPr lang="en-US" sz="2000" dirty="0" err="1"/>
              <a:t>lý</a:t>
            </a:r>
            <a:endParaRPr lang="en-US" sz="2000" dirty="0"/>
          </a:p>
          <a:p>
            <a:pPr lvl="1"/>
            <a:r>
              <a:rPr lang="en-US" sz="2000" dirty="0" err="1"/>
              <a:t>Định</a:t>
            </a:r>
            <a:r>
              <a:rPr lang="en-US" sz="2000" dirty="0"/>
              <a:t> </a:t>
            </a:r>
            <a:r>
              <a:rPr lang="en-US" sz="2000" dirty="0" err="1"/>
              <a:t>vị</a:t>
            </a:r>
            <a:r>
              <a:rPr lang="en-US" sz="2000" dirty="0"/>
              <a:t> </a:t>
            </a:r>
            <a:r>
              <a:rPr lang="en-US" sz="2000" dirty="0" err="1"/>
              <a:t>vùng</a:t>
            </a:r>
            <a:r>
              <a:rPr lang="en-US" sz="2000" dirty="0"/>
              <a:t> </a:t>
            </a:r>
            <a:r>
              <a:rPr lang="en-US" sz="2000" err="1"/>
              <a:t>văn</a:t>
            </a:r>
            <a:r>
              <a:rPr lang="en-US" sz="2000"/>
              <a:t> bản.</a:t>
            </a:r>
            <a:endParaRPr lang="en-US" sz="2000" dirty="0"/>
          </a:p>
          <a:p>
            <a:pPr lvl="1"/>
            <a:r>
              <a:rPr lang="en-US" sz="2000" dirty="0" err="1"/>
              <a:t>Khử</a:t>
            </a:r>
            <a:r>
              <a:rPr lang="en-US" sz="2000" dirty="0"/>
              <a:t> </a:t>
            </a:r>
            <a:r>
              <a:rPr lang="en-US" sz="2000" dirty="0" err="1"/>
              <a:t>méo</a:t>
            </a:r>
            <a:r>
              <a:rPr lang="en-US" sz="2000" dirty="0"/>
              <a:t> + </a:t>
            </a:r>
            <a:r>
              <a:rPr lang="en-US" sz="2000" err="1"/>
              <a:t>cắt</a:t>
            </a:r>
            <a:r>
              <a:rPr lang="en-US" sz="2000"/>
              <a:t> dòng.</a:t>
            </a:r>
            <a:endParaRPr lang="en-US" sz="2000" dirty="0"/>
          </a:p>
          <a:p>
            <a:pPr lvl="1"/>
            <a:r>
              <a:rPr lang="en-US" sz="2000" dirty="0" err="1"/>
              <a:t>Xác</a:t>
            </a:r>
            <a:r>
              <a:rPr lang="en-US" sz="2000" dirty="0"/>
              <a:t> </a:t>
            </a:r>
            <a:r>
              <a:rPr lang="en-US" sz="2000" dirty="0" err="1"/>
              <a:t>định</a:t>
            </a:r>
            <a:r>
              <a:rPr lang="en-US" sz="2000" dirty="0"/>
              <a:t> </a:t>
            </a:r>
            <a:r>
              <a:rPr lang="en-US" sz="2000" dirty="0" err="1"/>
              <a:t>góc</a:t>
            </a:r>
            <a:r>
              <a:rPr lang="en-US" sz="2000" dirty="0"/>
              <a:t> </a:t>
            </a:r>
            <a:r>
              <a:rPr lang="en-US" sz="2000" dirty="0" err="1"/>
              <a:t>xoay</a:t>
            </a:r>
            <a:r>
              <a:rPr lang="en-US" sz="2000" dirty="0"/>
              <a:t> </a:t>
            </a:r>
            <a:r>
              <a:rPr lang="en-US" sz="2000" dirty="0" err="1"/>
              <a:t>của</a:t>
            </a:r>
            <a:r>
              <a:rPr lang="en-US" sz="2000" dirty="0"/>
              <a:t> </a:t>
            </a:r>
            <a:r>
              <a:rPr lang="en-US" sz="2000" err="1"/>
              <a:t>văn</a:t>
            </a:r>
            <a:r>
              <a:rPr lang="en-US" sz="2000"/>
              <a:t> bản.</a:t>
            </a:r>
            <a:endParaRPr lang="en-US" sz="2000" dirty="0"/>
          </a:p>
          <a:p>
            <a:pPr lvl="1"/>
            <a:endParaRPr lang="en-US" sz="2000" dirty="0"/>
          </a:p>
          <a:p>
            <a:pPr lvl="1"/>
            <a:endParaRPr lang="en-US" sz="2000" dirty="0"/>
          </a:p>
          <a:p>
            <a:pPr marL="215504" lvl="1" indent="0">
              <a:buNone/>
            </a:pPr>
            <a:endParaRPr lang="en-US" sz="2000" dirty="0"/>
          </a:p>
          <a:p>
            <a:r>
              <a:rPr lang="en-US" sz="2000" dirty="0" err="1"/>
              <a:t>Phân</a:t>
            </a:r>
            <a:r>
              <a:rPr lang="en-US" sz="2000" dirty="0"/>
              <a:t> </a:t>
            </a:r>
            <a:r>
              <a:rPr lang="en-US" sz="2000" dirty="0" err="1"/>
              <a:t>tích</a:t>
            </a:r>
            <a:r>
              <a:rPr lang="en-US" sz="2000" dirty="0"/>
              <a:t> </a:t>
            </a:r>
            <a:r>
              <a:rPr lang="en-US" sz="2000" dirty="0" err="1"/>
              <a:t>cấu</a:t>
            </a:r>
            <a:r>
              <a:rPr lang="en-US" sz="2000" dirty="0"/>
              <a:t> trúc</a:t>
            </a:r>
            <a:r>
              <a:rPr lang="en-US" sz="2000" baseline="30000" dirty="0"/>
              <a:t>1</a:t>
            </a:r>
            <a:endParaRPr lang="en-US" sz="2000" dirty="0"/>
          </a:p>
          <a:p>
            <a:pPr lvl="1"/>
            <a:r>
              <a:rPr lang="en-US" sz="2000" dirty="0" err="1"/>
              <a:t>Phân</a:t>
            </a:r>
            <a:r>
              <a:rPr lang="en-US" sz="2000" dirty="0"/>
              <a:t> </a:t>
            </a:r>
            <a:r>
              <a:rPr lang="en-US" sz="2000" err="1"/>
              <a:t>tích</a:t>
            </a:r>
            <a:r>
              <a:rPr lang="en-US" sz="2000"/>
              <a:t> layout.</a:t>
            </a:r>
            <a:endParaRPr lang="en-US" sz="2000" dirty="0"/>
          </a:p>
          <a:p>
            <a:pPr lvl="1"/>
            <a:r>
              <a:rPr lang="en-US" sz="2000" dirty="0" err="1"/>
              <a:t>Phân</a:t>
            </a:r>
            <a:r>
              <a:rPr lang="en-US" sz="2000" dirty="0"/>
              <a:t> </a:t>
            </a:r>
            <a:r>
              <a:rPr lang="en-US" sz="2000" err="1"/>
              <a:t>tích</a:t>
            </a:r>
            <a:r>
              <a:rPr lang="en-US" sz="2000"/>
              <a:t> bảng.</a:t>
            </a:r>
            <a:endParaRPr lang="en-US" sz="2000" dirty="0"/>
          </a:p>
          <a:p>
            <a:endParaRPr lang="en-US" sz="2000" dirty="0"/>
          </a:p>
        </p:txBody>
      </p:sp>
      <p:sp>
        <p:nvSpPr>
          <p:cNvPr id="10" name="TextBox 9">
            <a:extLst>
              <a:ext uri="{FF2B5EF4-FFF2-40B4-BE49-F238E27FC236}">
                <a16:creationId xmlns:a16="http://schemas.microsoft.com/office/drawing/2014/main" id="{82F4C725-209E-40C8-9CA2-FB3609FCA98D}"/>
              </a:ext>
            </a:extLst>
          </p:cNvPr>
          <p:cNvSpPr txBox="1"/>
          <p:nvPr/>
        </p:nvSpPr>
        <p:spPr>
          <a:xfrm>
            <a:off x="581665" y="6032032"/>
            <a:ext cx="7424442" cy="523220"/>
          </a:xfrm>
          <a:prstGeom prst="rect">
            <a:avLst/>
          </a:prstGeom>
          <a:noFill/>
        </p:spPr>
        <p:txBody>
          <a:bodyPr wrap="square">
            <a:spAutoFit/>
          </a:bodyPr>
          <a:lstStyle/>
          <a:p>
            <a:r>
              <a:rPr lang="en-US" sz="1400" i="1" baseline="30000" dirty="0">
                <a:latin typeface="Times New Roman" panose="02020603050405020304" pitchFamily="18" charset="0"/>
                <a:cs typeface="Times New Roman" panose="02020603050405020304" pitchFamily="18" charset="0"/>
              </a:rPr>
              <a:t>1</a:t>
            </a:r>
            <a:r>
              <a:rPr lang="en-US" sz="1400" i="1" dirty="0">
                <a:latin typeface="Times New Roman" panose="02020603050405020304" pitchFamily="18" charset="0"/>
                <a:cs typeface="Times New Roman" panose="02020603050405020304" pitchFamily="18" charset="0"/>
              </a:rPr>
              <a:t>Viet Anh Phan, et al. improved </a:t>
            </a:r>
            <a:r>
              <a:rPr lang="en-US" sz="1400" i="1" dirty="0" err="1">
                <a:latin typeface="Times New Roman" panose="02020603050405020304" pitchFamily="18" charset="0"/>
                <a:cs typeface="Times New Roman" panose="02020603050405020304" pitchFamily="18" charset="0"/>
              </a:rPr>
              <a:t>ocr</a:t>
            </a:r>
            <a:r>
              <a:rPr lang="en-US" sz="1400" i="1" dirty="0">
                <a:latin typeface="Times New Roman" panose="02020603050405020304" pitchFamily="18" charset="0"/>
                <a:cs typeface="Times New Roman" panose="02020603050405020304" pitchFamily="18" charset="0"/>
              </a:rPr>
              <a:t> quality for smart scanned document management system, Journal of Science and Technique – Section on Information and Communication Technology </a:t>
            </a:r>
          </a:p>
        </p:txBody>
      </p:sp>
      <p:pic>
        <p:nvPicPr>
          <p:cNvPr id="9" name="Picture 8">
            <a:extLst>
              <a:ext uri="{FF2B5EF4-FFF2-40B4-BE49-F238E27FC236}">
                <a16:creationId xmlns:a16="http://schemas.microsoft.com/office/drawing/2014/main" id="{34AB2F44-E191-4FD6-9892-ED5251C738EC}"/>
              </a:ext>
            </a:extLst>
          </p:cNvPr>
          <p:cNvPicPr>
            <a:picLocks noChangeAspect="1"/>
          </p:cNvPicPr>
          <p:nvPr/>
        </p:nvPicPr>
        <p:blipFill>
          <a:blip r:embed="rId3"/>
          <a:stretch>
            <a:fillRect/>
          </a:stretch>
        </p:blipFill>
        <p:spPr>
          <a:xfrm>
            <a:off x="5346057" y="3947157"/>
            <a:ext cx="2025781" cy="1435997"/>
          </a:xfrm>
          <a:prstGeom prst="rect">
            <a:avLst/>
          </a:prstGeom>
        </p:spPr>
      </p:pic>
      <p:pic>
        <p:nvPicPr>
          <p:cNvPr id="6" name="Picture 5">
            <a:extLst>
              <a:ext uri="{FF2B5EF4-FFF2-40B4-BE49-F238E27FC236}">
                <a16:creationId xmlns:a16="http://schemas.microsoft.com/office/drawing/2014/main" id="{89EC1E58-208C-40EE-9253-84BDFD977420}"/>
              </a:ext>
            </a:extLst>
          </p:cNvPr>
          <p:cNvPicPr>
            <a:picLocks noChangeAspect="1"/>
          </p:cNvPicPr>
          <p:nvPr/>
        </p:nvPicPr>
        <p:blipFill>
          <a:blip r:embed="rId4"/>
          <a:stretch>
            <a:fillRect/>
          </a:stretch>
        </p:blipFill>
        <p:spPr>
          <a:xfrm>
            <a:off x="4809647" y="1355308"/>
            <a:ext cx="3986211" cy="1662112"/>
          </a:xfrm>
          <a:prstGeom prst="rect">
            <a:avLst/>
          </a:prstGeom>
        </p:spPr>
      </p:pic>
      <p:sp>
        <p:nvSpPr>
          <p:cNvPr id="11" name="TextBox 10">
            <a:extLst>
              <a:ext uri="{FF2B5EF4-FFF2-40B4-BE49-F238E27FC236}">
                <a16:creationId xmlns:a16="http://schemas.microsoft.com/office/drawing/2014/main" id="{FAE67B04-17F9-4F90-99EA-75A4DA01615D}"/>
              </a:ext>
            </a:extLst>
          </p:cNvPr>
          <p:cNvSpPr txBox="1"/>
          <p:nvPr/>
        </p:nvSpPr>
        <p:spPr>
          <a:xfrm>
            <a:off x="3922039" y="3021326"/>
            <a:ext cx="4873819" cy="646331"/>
          </a:xfrm>
          <a:prstGeom prst="rect">
            <a:avLst/>
          </a:prstGeom>
          <a:noFill/>
        </p:spPr>
        <p:txBody>
          <a:bodyPr wrap="square">
            <a:spAutoFit/>
          </a:bodyPr>
          <a:lstStyle/>
          <a:p>
            <a:pPr lvl="1"/>
            <a:r>
              <a:rPr lang="en-US" i="1" dirty="0" err="1">
                <a:latin typeface="+mj-lt"/>
                <a:cs typeface="Times New Roman" panose="02020603050405020304" pitchFamily="18" charset="0"/>
              </a:rPr>
              <a:t>Hình</a:t>
            </a:r>
            <a:r>
              <a:rPr lang="en-US" i="1" dirty="0">
                <a:latin typeface="+mj-lt"/>
                <a:cs typeface="Times New Roman" panose="02020603050405020304" pitchFamily="18" charset="0"/>
              </a:rPr>
              <a:t> 10: </a:t>
            </a:r>
            <a:r>
              <a:rPr lang="en-US" i="1" dirty="0" err="1">
                <a:latin typeface="+mj-lt"/>
                <a:cs typeface="Times New Roman" panose="02020603050405020304" pitchFamily="18" charset="0"/>
              </a:rPr>
              <a:t>Khử</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méo</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văn</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bản</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Phát</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hiện</a:t>
            </a:r>
            <a:r>
              <a:rPr lang="en-US" i="1" dirty="0">
                <a:latin typeface="+mj-lt"/>
                <a:cs typeface="Times New Roman" panose="02020603050405020304" pitchFamily="18" charset="0"/>
              </a:rPr>
              <a:t> text line </a:t>
            </a:r>
            <a:r>
              <a:rPr lang="en-US" i="1" dirty="0" err="1">
                <a:latin typeface="+mj-lt"/>
                <a:cs typeface="Times New Roman" panose="02020603050405020304" pitchFamily="18" charset="0"/>
              </a:rPr>
              <a:t>sử</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dụng</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biến</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đổi</a:t>
            </a:r>
            <a:r>
              <a:rPr lang="en-US" i="1" dirty="0">
                <a:latin typeface="+mj-lt"/>
                <a:cs typeface="Times New Roman" panose="02020603050405020304" pitchFamily="18" charset="0"/>
              </a:rPr>
              <a:t> Hough</a:t>
            </a:r>
          </a:p>
        </p:txBody>
      </p:sp>
      <p:sp>
        <p:nvSpPr>
          <p:cNvPr id="12" name="TextBox 11">
            <a:extLst>
              <a:ext uri="{FF2B5EF4-FFF2-40B4-BE49-F238E27FC236}">
                <a16:creationId xmlns:a16="http://schemas.microsoft.com/office/drawing/2014/main" id="{36CC9CB3-187F-4169-8519-8C24AB65A56F}"/>
              </a:ext>
            </a:extLst>
          </p:cNvPr>
          <p:cNvSpPr txBox="1"/>
          <p:nvPr/>
        </p:nvSpPr>
        <p:spPr>
          <a:xfrm>
            <a:off x="3660581" y="5503716"/>
            <a:ext cx="4873819" cy="369332"/>
          </a:xfrm>
          <a:prstGeom prst="rect">
            <a:avLst/>
          </a:prstGeom>
          <a:noFill/>
        </p:spPr>
        <p:txBody>
          <a:bodyPr wrap="square">
            <a:spAutoFit/>
          </a:bodyPr>
          <a:lstStyle/>
          <a:p>
            <a:pPr lvl="1"/>
            <a:r>
              <a:rPr lang="en-US" i="1" dirty="0" err="1">
                <a:latin typeface="+mj-lt"/>
                <a:cs typeface="Times New Roman" panose="02020603050405020304" pitchFamily="18" charset="0"/>
              </a:rPr>
              <a:t>Hình</a:t>
            </a:r>
            <a:r>
              <a:rPr lang="en-US" i="1" dirty="0">
                <a:latin typeface="+mj-lt"/>
                <a:cs typeface="Times New Roman" panose="02020603050405020304" pitchFamily="18" charset="0"/>
              </a:rPr>
              <a:t> 11: </a:t>
            </a:r>
            <a:r>
              <a:rPr lang="en-US" i="1" dirty="0" err="1">
                <a:latin typeface="+mj-lt"/>
                <a:cs typeface="Times New Roman" panose="02020603050405020304" pitchFamily="18" charset="0"/>
              </a:rPr>
              <a:t>Phân</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tích</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cấu</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trúc</a:t>
            </a:r>
            <a:r>
              <a:rPr lang="en-US" i="1" dirty="0">
                <a:latin typeface="+mj-lt"/>
                <a:cs typeface="Times New Roman" panose="02020603050405020304" pitchFamily="18" charset="0"/>
              </a:rPr>
              <a:t> </a:t>
            </a:r>
            <a:r>
              <a:rPr lang="en-US" i="1" dirty="0" err="1">
                <a:latin typeface="+mj-lt"/>
                <a:cs typeface="Times New Roman" panose="02020603050405020304" pitchFamily="18" charset="0"/>
              </a:rPr>
              <a:t>bảng</a:t>
            </a:r>
            <a:endParaRPr lang="en-US" i="1" dirty="0">
              <a:latin typeface="+mj-lt"/>
              <a:cs typeface="Times New Roman" panose="02020603050405020304" pitchFamily="18" charset="0"/>
            </a:endParaRPr>
          </a:p>
        </p:txBody>
      </p:sp>
      <p:sp>
        <p:nvSpPr>
          <p:cNvPr id="3" name="Slide Number Placeholder 2">
            <a:extLst>
              <a:ext uri="{FF2B5EF4-FFF2-40B4-BE49-F238E27FC236}">
                <a16:creationId xmlns:a16="http://schemas.microsoft.com/office/drawing/2014/main" id="{3EFA0C71-2182-45B3-9D18-B0EF5479BE06}"/>
              </a:ext>
            </a:extLst>
          </p:cNvPr>
          <p:cNvSpPr>
            <a:spLocks noGrp="1"/>
          </p:cNvSpPr>
          <p:nvPr>
            <p:ph type="sldNum" sz="quarter" idx="11"/>
          </p:nvPr>
        </p:nvSpPr>
        <p:spPr/>
        <p:txBody>
          <a:bodyPr/>
          <a:lstStyle/>
          <a:p>
            <a:pPr>
              <a:defRPr/>
            </a:pPr>
            <a:fld id="{E9BFE15A-3346-4571-882B-EB624BC8BD4C}" type="slidenum">
              <a:rPr lang="en-US" smtClean="0"/>
              <a:pPr>
                <a:defRPr/>
              </a:pPr>
              <a:t>22</a:t>
            </a:fld>
            <a:endParaRPr lang="en-US" dirty="0"/>
          </a:p>
        </p:txBody>
      </p:sp>
    </p:spTree>
    <p:extLst>
      <p:ext uri="{BB962C8B-B14F-4D97-AF65-F5344CB8AC3E}">
        <p14:creationId xmlns:p14="http://schemas.microsoft.com/office/powerpoint/2010/main" val="3634536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E813-0F13-4969-A54D-2400F3F5B7FC}"/>
              </a:ext>
            </a:extLst>
          </p:cNvPr>
          <p:cNvSpPr>
            <a:spLocks noGrp="1"/>
          </p:cNvSpPr>
          <p:nvPr>
            <p:ph type="title"/>
          </p:nvPr>
        </p:nvSpPr>
        <p:spPr/>
        <p:txBody>
          <a:bodyPr/>
          <a:lstStyle/>
          <a:p>
            <a:r>
              <a:rPr lang="en-US"/>
              <a:t>Nhận dạng ký tự quang học (OCR)</a:t>
            </a:r>
          </a:p>
        </p:txBody>
      </p:sp>
      <p:sp>
        <p:nvSpPr>
          <p:cNvPr id="4" name="Slide Number Placeholder 3">
            <a:extLst>
              <a:ext uri="{FF2B5EF4-FFF2-40B4-BE49-F238E27FC236}">
                <a16:creationId xmlns:a16="http://schemas.microsoft.com/office/drawing/2014/main" id="{FF2DB04F-AE69-4BD3-9FB8-020AD127D8BE}"/>
              </a:ext>
            </a:extLst>
          </p:cNvPr>
          <p:cNvSpPr>
            <a:spLocks noGrp="1"/>
          </p:cNvSpPr>
          <p:nvPr>
            <p:ph type="sldNum" sz="quarter" idx="12"/>
          </p:nvPr>
        </p:nvSpPr>
        <p:spPr>
          <a:xfrm>
            <a:off x="8234362" y="6400800"/>
            <a:ext cx="600076"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200" b="1" i="0" u="none" strike="noStrike" cap="none">
                <a:solidFill>
                  <a:srgbClr val="FF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fld id="{AF0AC965-8C7E-4868-972E-912958CCF619}" type="slidenum">
              <a:rPr lang="en-US" smtClean="0"/>
              <a:pPr defTabSz="685800"/>
              <a:t>23</a:t>
            </a:fld>
            <a:endParaRPr lang="en-US" kern="1200" dirty="0">
              <a:latin typeface="Calibri"/>
              <a:ea typeface="+mn-ea"/>
              <a:cs typeface="+mn-cs"/>
            </a:endParaRPr>
          </a:p>
        </p:txBody>
      </p:sp>
      <p:sp>
        <p:nvSpPr>
          <p:cNvPr id="7" name="Content Placeholder 6">
            <a:extLst>
              <a:ext uri="{FF2B5EF4-FFF2-40B4-BE49-F238E27FC236}">
                <a16:creationId xmlns:a16="http://schemas.microsoft.com/office/drawing/2014/main" id="{94D1D314-1EB6-47F4-B888-9AE33B591A20}"/>
              </a:ext>
            </a:extLst>
          </p:cNvPr>
          <p:cNvSpPr>
            <a:spLocks noGrp="1"/>
          </p:cNvSpPr>
          <p:nvPr>
            <p:ph idx="1"/>
          </p:nvPr>
        </p:nvSpPr>
        <p:spPr>
          <a:xfrm>
            <a:off x="207629" y="1157967"/>
            <a:ext cx="5825423" cy="5242833"/>
          </a:xfrm>
        </p:spPr>
        <p:txBody>
          <a:bodyPr>
            <a:noAutofit/>
          </a:bodyPr>
          <a:lstStyle/>
          <a:p>
            <a:pPr>
              <a:lnSpc>
                <a:spcPct val="140000"/>
              </a:lnSpc>
              <a:spcBef>
                <a:spcPts val="0"/>
              </a:spcBef>
            </a:pPr>
            <a:r>
              <a:rPr lang="en-US" sz="2000" dirty="0" err="1">
                <a:latin typeface="+mj-lt"/>
              </a:rPr>
              <a:t>Mô</a:t>
            </a:r>
            <a:r>
              <a:rPr lang="en-US" sz="2000" dirty="0">
                <a:latin typeface="+mj-lt"/>
              </a:rPr>
              <a:t> </a:t>
            </a:r>
            <a:r>
              <a:rPr lang="en-US" sz="2000" dirty="0" err="1">
                <a:latin typeface="+mj-lt"/>
              </a:rPr>
              <a:t>hình</a:t>
            </a:r>
            <a:r>
              <a:rPr lang="en-US" sz="2000" dirty="0">
                <a:latin typeface="+mj-lt"/>
              </a:rPr>
              <a:t> OCR</a:t>
            </a:r>
          </a:p>
          <a:p>
            <a:pPr marL="517525" lvl="1">
              <a:lnSpc>
                <a:spcPct val="140000"/>
              </a:lnSpc>
              <a:spcBef>
                <a:spcPts val="0"/>
              </a:spcBef>
            </a:pPr>
            <a:r>
              <a:rPr lang="en-US" sz="2000" dirty="0" err="1"/>
              <a:t>Sử</a:t>
            </a:r>
            <a:r>
              <a:rPr lang="en-US" sz="2000" dirty="0"/>
              <a:t> </a:t>
            </a:r>
            <a:r>
              <a:rPr lang="en-US" sz="2000" dirty="0" err="1"/>
              <a:t>dụng</a:t>
            </a:r>
            <a:r>
              <a:rPr lang="en-US" sz="2000" dirty="0"/>
              <a:t> </a:t>
            </a:r>
            <a:r>
              <a:rPr lang="en-US" sz="2000" dirty="0" err="1"/>
              <a:t>kiến</a:t>
            </a:r>
            <a:r>
              <a:rPr lang="en-US" sz="2000" dirty="0"/>
              <a:t> </a:t>
            </a:r>
            <a:r>
              <a:rPr lang="en-US" sz="2000" dirty="0" err="1"/>
              <a:t>trúc</a:t>
            </a:r>
            <a:r>
              <a:rPr lang="en-US" sz="2000" dirty="0"/>
              <a:t> Encoder-Decoder.</a:t>
            </a:r>
          </a:p>
          <a:p>
            <a:pPr marL="625475" lvl="2">
              <a:lnSpc>
                <a:spcPct val="140000"/>
              </a:lnSpc>
              <a:spcBef>
                <a:spcPts val="0"/>
              </a:spcBef>
            </a:pPr>
            <a:r>
              <a:rPr lang="en-US" sz="1800" dirty="0" err="1"/>
              <a:t>Đầu</a:t>
            </a:r>
            <a:r>
              <a:rPr lang="en-US" sz="1800" dirty="0"/>
              <a:t> </a:t>
            </a:r>
            <a:r>
              <a:rPr lang="en-US" sz="1800" dirty="0" err="1"/>
              <a:t>vào</a:t>
            </a:r>
            <a:r>
              <a:rPr lang="en-US" sz="1800" dirty="0"/>
              <a:t>: </a:t>
            </a:r>
            <a:r>
              <a:rPr lang="en-US" sz="1800" dirty="0" err="1"/>
              <a:t>Ảnh</a:t>
            </a:r>
            <a:r>
              <a:rPr lang="en-US" sz="1800" dirty="0"/>
              <a:t> 1 </a:t>
            </a:r>
            <a:r>
              <a:rPr lang="en-US" sz="1800" dirty="0" err="1"/>
              <a:t>dòng</a:t>
            </a:r>
            <a:r>
              <a:rPr lang="en-US" sz="1800" dirty="0"/>
              <a:t> </a:t>
            </a:r>
            <a:r>
              <a:rPr lang="en-US" sz="1800" dirty="0" err="1"/>
              <a:t>văn</a:t>
            </a:r>
            <a:r>
              <a:rPr lang="en-US" sz="1800" dirty="0"/>
              <a:t> </a:t>
            </a:r>
            <a:r>
              <a:rPr lang="en-US" sz="1800" dirty="0" err="1"/>
              <a:t>bản</a:t>
            </a:r>
            <a:r>
              <a:rPr lang="en-US" sz="1800" dirty="0"/>
              <a:t>.</a:t>
            </a:r>
          </a:p>
          <a:p>
            <a:pPr marL="625475" lvl="2">
              <a:lnSpc>
                <a:spcPct val="140000"/>
              </a:lnSpc>
              <a:spcBef>
                <a:spcPts val="0"/>
              </a:spcBef>
            </a:pPr>
            <a:r>
              <a:rPr lang="en-US" sz="1800" dirty="0" err="1"/>
              <a:t>Đầu</a:t>
            </a:r>
            <a:r>
              <a:rPr lang="en-US" sz="1800" dirty="0"/>
              <a:t> ra: </a:t>
            </a:r>
            <a:r>
              <a:rPr lang="en-US" sz="1800" dirty="0" err="1"/>
              <a:t>Chuỗi</a:t>
            </a:r>
            <a:r>
              <a:rPr lang="en-US" sz="1800" dirty="0"/>
              <a:t> </a:t>
            </a:r>
            <a:r>
              <a:rPr lang="en-US" sz="1800" dirty="0" err="1"/>
              <a:t>văn</a:t>
            </a:r>
            <a:r>
              <a:rPr lang="en-US" sz="1800" dirty="0"/>
              <a:t> </a:t>
            </a:r>
            <a:r>
              <a:rPr lang="en-US" sz="1800" dirty="0" err="1"/>
              <a:t>bản</a:t>
            </a:r>
            <a:r>
              <a:rPr lang="en-US" sz="1800" dirty="0"/>
              <a:t>.</a:t>
            </a:r>
          </a:p>
          <a:p>
            <a:pPr marL="517525" lvl="1">
              <a:lnSpc>
                <a:spcPct val="140000"/>
              </a:lnSpc>
              <a:spcBef>
                <a:spcPts val="0"/>
              </a:spcBef>
            </a:pPr>
            <a:r>
              <a:rPr lang="en-US" sz="2000" dirty="0" err="1"/>
              <a:t>Các</a:t>
            </a:r>
            <a:r>
              <a:rPr lang="en-US" sz="2000" dirty="0"/>
              <a:t> </a:t>
            </a:r>
            <a:r>
              <a:rPr lang="en-US" sz="2000" dirty="0" err="1"/>
              <a:t>kiến</a:t>
            </a:r>
            <a:r>
              <a:rPr lang="en-US" sz="2000" dirty="0"/>
              <a:t> </a:t>
            </a:r>
            <a:r>
              <a:rPr lang="en-US" sz="2000" dirty="0" err="1"/>
              <a:t>trúc</a:t>
            </a:r>
            <a:r>
              <a:rPr lang="en-US" sz="2000" dirty="0"/>
              <a:t> </a:t>
            </a:r>
            <a:r>
              <a:rPr lang="en-US" sz="2000" dirty="0" err="1"/>
              <a:t>sử</a:t>
            </a:r>
            <a:r>
              <a:rPr lang="en-US" sz="2000" dirty="0"/>
              <a:t> </a:t>
            </a:r>
            <a:r>
              <a:rPr lang="en-US" sz="2000" dirty="0" err="1"/>
              <a:t>dụng</a:t>
            </a:r>
            <a:r>
              <a:rPr lang="en-US" sz="2000" dirty="0"/>
              <a:t>.</a:t>
            </a:r>
          </a:p>
          <a:p>
            <a:pPr marL="625475" lvl="2" indent="-257175">
              <a:lnSpc>
                <a:spcPct val="140000"/>
              </a:lnSpc>
              <a:spcBef>
                <a:spcPts val="0"/>
              </a:spcBef>
            </a:pPr>
            <a:r>
              <a:rPr lang="en-US" sz="1800" dirty="0"/>
              <a:t>CNN-LSTM-Attention.</a:t>
            </a:r>
          </a:p>
          <a:p>
            <a:pPr marL="625475" lvl="2" indent="-257175">
              <a:lnSpc>
                <a:spcPct val="140000"/>
              </a:lnSpc>
              <a:spcBef>
                <a:spcPts val="0"/>
              </a:spcBef>
            </a:pPr>
            <a:r>
              <a:rPr lang="en-US" sz="1800" dirty="0"/>
              <a:t>Transformer.</a:t>
            </a:r>
            <a:endParaRPr lang="en-US" sz="2000" dirty="0">
              <a:latin typeface="+mj-lt"/>
            </a:endParaRPr>
          </a:p>
        </p:txBody>
      </p:sp>
      <p:pic>
        <p:nvPicPr>
          <p:cNvPr id="13" name="Picture 12">
            <a:extLst>
              <a:ext uri="{FF2B5EF4-FFF2-40B4-BE49-F238E27FC236}">
                <a16:creationId xmlns:a16="http://schemas.microsoft.com/office/drawing/2014/main" id="{AF31BC82-5ED0-4083-AB54-F2214DD32A4A}"/>
              </a:ext>
            </a:extLst>
          </p:cNvPr>
          <p:cNvPicPr>
            <a:picLocks noChangeAspect="1"/>
          </p:cNvPicPr>
          <p:nvPr/>
        </p:nvPicPr>
        <p:blipFill>
          <a:blip r:embed="rId3"/>
          <a:stretch>
            <a:fillRect/>
          </a:stretch>
        </p:blipFill>
        <p:spPr>
          <a:xfrm>
            <a:off x="5026652" y="2057400"/>
            <a:ext cx="3537565" cy="3401048"/>
          </a:xfrm>
          <a:prstGeom prst="rect">
            <a:avLst/>
          </a:prstGeom>
          <a:ln>
            <a:solidFill>
              <a:schemeClr val="tx1"/>
            </a:solidFill>
          </a:ln>
        </p:spPr>
      </p:pic>
      <p:sp>
        <p:nvSpPr>
          <p:cNvPr id="9" name="TextBox 8">
            <a:extLst>
              <a:ext uri="{FF2B5EF4-FFF2-40B4-BE49-F238E27FC236}">
                <a16:creationId xmlns:a16="http://schemas.microsoft.com/office/drawing/2014/main" id="{71580604-6F3C-403E-A5A0-AEE9BCEFFA57}"/>
              </a:ext>
            </a:extLst>
          </p:cNvPr>
          <p:cNvSpPr txBox="1"/>
          <p:nvPr/>
        </p:nvSpPr>
        <p:spPr>
          <a:xfrm>
            <a:off x="4876800" y="5487186"/>
            <a:ext cx="3766930" cy="646331"/>
          </a:xfrm>
          <a:prstGeom prst="rect">
            <a:avLst/>
          </a:prstGeom>
          <a:noFill/>
        </p:spPr>
        <p:txBody>
          <a:bodyPr wrap="square">
            <a:spAutoFit/>
          </a:bodyPr>
          <a:lstStyle/>
          <a:p>
            <a:pPr lvl="1"/>
            <a:r>
              <a:rPr lang="en-US" i="1" dirty="0" err="1">
                <a:latin typeface="Times New Roman" panose="02020603050405020304" pitchFamily="18" charset="0"/>
                <a:cs typeface="Times New Roman" panose="02020603050405020304" pitchFamily="18" charset="0"/>
              </a:rPr>
              <a:t>Hình</a:t>
            </a:r>
            <a:r>
              <a:rPr lang="en-US" i="1" dirty="0">
                <a:latin typeface="Times New Roman" panose="02020603050405020304" pitchFamily="18" charset="0"/>
                <a:cs typeface="Times New Roman" panose="02020603050405020304" pitchFamily="18" charset="0"/>
              </a:rPr>
              <a:t> 12: </a:t>
            </a:r>
            <a:r>
              <a:rPr lang="en-US" i="1" dirty="0" err="1">
                <a:latin typeface="Times New Roman" panose="02020603050405020304" pitchFamily="18" charset="0"/>
                <a:cs typeface="Times New Roman" panose="02020603050405020304" pitchFamily="18" charset="0"/>
              </a:rPr>
              <a:t>Mô</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hình</a:t>
            </a:r>
            <a:r>
              <a:rPr lang="en-US" i="1" dirty="0">
                <a:latin typeface="Times New Roman" panose="02020603050405020304" pitchFamily="18" charset="0"/>
                <a:cs typeface="Times New Roman" panose="02020603050405020304" pitchFamily="18" charset="0"/>
              </a:rPr>
              <a:t> OCR </a:t>
            </a:r>
            <a:r>
              <a:rPr lang="en-US" i="1" dirty="0" err="1">
                <a:latin typeface="Times New Roman" panose="02020603050405020304" pitchFamily="18" charset="0"/>
                <a:cs typeface="Times New Roman" panose="02020603050405020304" pitchFamily="18" charset="0"/>
              </a:rPr>
              <a:t>sử</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dụng</a:t>
            </a:r>
            <a:r>
              <a:rPr lang="en-US" i="1" dirty="0">
                <a:latin typeface="Times New Roman" panose="02020603050405020304" pitchFamily="18" charset="0"/>
                <a:cs typeface="Times New Roman" panose="02020603050405020304" pitchFamily="18" charset="0"/>
              </a:rPr>
              <a:t> transformers</a:t>
            </a:r>
          </a:p>
        </p:txBody>
      </p:sp>
    </p:spTree>
    <p:extLst>
      <p:ext uri="{BB962C8B-B14F-4D97-AF65-F5344CB8AC3E}">
        <p14:creationId xmlns:p14="http://schemas.microsoft.com/office/powerpoint/2010/main" val="8676871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E813-0F13-4969-A54D-2400F3F5B7FC}"/>
              </a:ext>
            </a:extLst>
          </p:cNvPr>
          <p:cNvSpPr>
            <a:spLocks noGrp="1"/>
          </p:cNvSpPr>
          <p:nvPr>
            <p:ph type="title"/>
          </p:nvPr>
        </p:nvSpPr>
        <p:spPr/>
        <p:txBody>
          <a:bodyPr/>
          <a:lstStyle/>
          <a:p>
            <a:r>
              <a:rPr lang="en-US"/>
              <a:t>Nhận dạng ký tự quang học (OCR)</a:t>
            </a:r>
          </a:p>
        </p:txBody>
      </p:sp>
      <p:sp>
        <p:nvSpPr>
          <p:cNvPr id="4" name="Slide Number Placeholder 3">
            <a:extLst>
              <a:ext uri="{FF2B5EF4-FFF2-40B4-BE49-F238E27FC236}">
                <a16:creationId xmlns:a16="http://schemas.microsoft.com/office/drawing/2014/main" id="{FF2DB04F-AE69-4BD3-9FB8-020AD127D8BE}"/>
              </a:ext>
            </a:extLst>
          </p:cNvPr>
          <p:cNvSpPr>
            <a:spLocks noGrp="1"/>
          </p:cNvSpPr>
          <p:nvPr>
            <p:ph type="sldNum" sz="quarter" idx="12"/>
          </p:nvPr>
        </p:nvSpPr>
        <p:spPr>
          <a:xfrm>
            <a:off x="8234362" y="6400800"/>
            <a:ext cx="600076"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200" b="1" i="0" u="none" strike="noStrike" cap="none">
                <a:solidFill>
                  <a:srgbClr val="FF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fld id="{AF0AC965-8C7E-4868-972E-912958CCF619}" type="slidenum">
              <a:rPr lang="en-US" smtClean="0"/>
              <a:pPr defTabSz="685800"/>
              <a:t>24</a:t>
            </a:fld>
            <a:endParaRPr lang="en-US" kern="1200" dirty="0">
              <a:latin typeface="Calibri"/>
              <a:ea typeface="+mn-ea"/>
              <a:cs typeface="+mn-cs"/>
            </a:endParaRPr>
          </a:p>
        </p:txBody>
      </p:sp>
      <p:sp>
        <p:nvSpPr>
          <p:cNvPr id="7" name="Content Placeholder 6">
            <a:extLst>
              <a:ext uri="{FF2B5EF4-FFF2-40B4-BE49-F238E27FC236}">
                <a16:creationId xmlns:a16="http://schemas.microsoft.com/office/drawing/2014/main" id="{94D1D314-1EB6-47F4-B888-9AE33B591A20}"/>
              </a:ext>
            </a:extLst>
          </p:cNvPr>
          <p:cNvSpPr>
            <a:spLocks noGrp="1"/>
          </p:cNvSpPr>
          <p:nvPr>
            <p:ph idx="1"/>
          </p:nvPr>
        </p:nvSpPr>
        <p:spPr>
          <a:xfrm>
            <a:off x="207629" y="1157967"/>
            <a:ext cx="5812171" cy="5242833"/>
          </a:xfrm>
        </p:spPr>
        <p:txBody>
          <a:bodyPr>
            <a:noAutofit/>
          </a:bodyPr>
          <a:lstStyle/>
          <a:p>
            <a:pPr>
              <a:lnSpc>
                <a:spcPct val="140000"/>
              </a:lnSpc>
              <a:spcBef>
                <a:spcPts val="0"/>
              </a:spcBef>
            </a:pPr>
            <a:r>
              <a:rPr lang="en-US" sz="1800" dirty="0" err="1">
                <a:latin typeface="+mj-lt"/>
              </a:rPr>
              <a:t>Chuẩn</a:t>
            </a:r>
            <a:r>
              <a:rPr lang="en-US" sz="1800" dirty="0">
                <a:latin typeface="+mj-lt"/>
              </a:rPr>
              <a:t> </a:t>
            </a:r>
            <a:r>
              <a:rPr lang="en-US" sz="1800" dirty="0" err="1">
                <a:latin typeface="+mj-lt"/>
              </a:rPr>
              <a:t>bị</a:t>
            </a:r>
            <a:r>
              <a:rPr lang="en-US" sz="1800" dirty="0">
                <a:latin typeface="+mj-lt"/>
              </a:rPr>
              <a:t> </a:t>
            </a:r>
            <a:r>
              <a:rPr lang="en-US" sz="1800" dirty="0" err="1">
                <a:latin typeface="+mj-lt"/>
              </a:rPr>
              <a:t>dữ</a:t>
            </a:r>
            <a:r>
              <a:rPr lang="en-US" sz="1800" dirty="0">
                <a:latin typeface="+mj-lt"/>
              </a:rPr>
              <a:t> </a:t>
            </a:r>
            <a:r>
              <a:rPr lang="en-US" sz="1800" dirty="0" err="1">
                <a:latin typeface="+mj-lt"/>
              </a:rPr>
              <a:t>liệu</a:t>
            </a:r>
            <a:endParaRPr lang="en-US" sz="1800" dirty="0">
              <a:latin typeface="+mj-lt"/>
            </a:endParaRPr>
          </a:p>
          <a:p>
            <a:pPr marL="347663" lvl="1">
              <a:lnSpc>
                <a:spcPct val="140000"/>
              </a:lnSpc>
              <a:spcBef>
                <a:spcPts val="0"/>
              </a:spcBef>
            </a:pPr>
            <a:r>
              <a:rPr lang="en-US" sz="1800" dirty="0" err="1">
                <a:latin typeface="+mj-lt"/>
              </a:rPr>
              <a:t>Gán</a:t>
            </a:r>
            <a:r>
              <a:rPr lang="en-US" sz="1800" dirty="0">
                <a:latin typeface="+mj-lt"/>
              </a:rPr>
              <a:t> </a:t>
            </a:r>
            <a:r>
              <a:rPr lang="en-US" sz="1800" dirty="0" err="1">
                <a:latin typeface="+mj-lt"/>
              </a:rPr>
              <a:t>nhãn</a:t>
            </a:r>
            <a:r>
              <a:rPr lang="en-US" sz="1800" dirty="0">
                <a:latin typeface="+mj-lt"/>
              </a:rPr>
              <a:t> </a:t>
            </a:r>
            <a:r>
              <a:rPr lang="en-US" sz="1800" dirty="0" err="1">
                <a:latin typeface="+mj-lt"/>
              </a:rPr>
              <a:t>thủ</a:t>
            </a:r>
            <a:r>
              <a:rPr lang="en-US" sz="1800" dirty="0">
                <a:latin typeface="+mj-lt"/>
              </a:rPr>
              <a:t> công</a:t>
            </a:r>
          </a:p>
          <a:p>
            <a:pPr marL="625475" lvl="2">
              <a:lnSpc>
                <a:spcPct val="140000"/>
              </a:lnSpc>
              <a:spcBef>
                <a:spcPts val="0"/>
              </a:spcBef>
            </a:pPr>
            <a:r>
              <a:rPr lang="en-US" sz="1600" dirty="0" err="1">
                <a:latin typeface="+mj-lt"/>
              </a:rPr>
              <a:t>Ảnh</a:t>
            </a:r>
            <a:r>
              <a:rPr lang="en-US" sz="1600" dirty="0">
                <a:latin typeface="+mj-lt"/>
              </a:rPr>
              <a:t> </a:t>
            </a:r>
            <a:r>
              <a:rPr lang="en-US" sz="1600" dirty="0" err="1">
                <a:latin typeface="+mj-lt"/>
              </a:rPr>
              <a:t>các</a:t>
            </a:r>
            <a:r>
              <a:rPr lang="en-US" sz="1600" dirty="0">
                <a:latin typeface="+mj-lt"/>
              </a:rPr>
              <a:t> </a:t>
            </a:r>
            <a:r>
              <a:rPr lang="en-US" sz="1600" dirty="0" err="1">
                <a:latin typeface="+mj-lt"/>
              </a:rPr>
              <a:t>trang</a:t>
            </a:r>
            <a:r>
              <a:rPr lang="en-US" sz="1600" dirty="0">
                <a:latin typeface="+mj-lt"/>
              </a:rPr>
              <a:t> </a:t>
            </a:r>
            <a:r>
              <a:rPr lang="en-US" sz="1600" b="1" dirty="0" err="1">
                <a:latin typeface="+mj-lt"/>
              </a:rPr>
              <a:t>sách</a:t>
            </a:r>
            <a:r>
              <a:rPr lang="en-US" sz="1600" dirty="0">
                <a:latin typeface="+mj-lt"/>
              </a:rPr>
              <a:t> </a:t>
            </a:r>
            <a:r>
              <a:rPr lang="en-US" sz="1600" dirty="0" err="1">
                <a:latin typeface="+mj-lt"/>
              </a:rPr>
              <a:t>trong</a:t>
            </a:r>
            <a:r>
              <a:rPr lang="en-US" sz="1600" dirty="0">
                <a:latin typeface="+mj-lt"/>
              </a:rPr>
              <a:t> </a:t>
            </a:r>
            <a:r>
              <a:rPr lang="en-US" sz="1600" b="1" dirty="0" err="1">
                <a:latin typeface="+mj-lt"/>
              </a:rPr>
              <a:t>chương</a:t>
            </a:r>
            <a:r>
              <a:rPr lang="en-US" sz="1600" b="1" dirty="0">
                <a:latin typeface="+mj-lt"/>
              </a:rPr>
              <a:t> </a:t>
            </a:r>
            <a:r>
              <a:rPr lang="en-US" sz="1600" b="1" dirty="0" err="1">
                <a:latin typeface="+mj-lt"/>
              </a:rPr>
              <a:t>trình</a:t>
            </a:r>
            <a:r>
              <a:rPr lang="en-US" sz="1600" b="1" dirty="0">
                <a:latin typeface="+mj-lt"/>
              </a:rPr>
              <a:t>.</a:t>
            </a:r>
          </a:p>
          <a:p>
            <a:pPr marL="625475" lvl="2">
              <a:lnSpc>
                <a:spcPct val="140000"/>
              </a:lnSpc>
              <a:spcBef>
                <a:spcPts val="0"/>
              </a:spcBef>
            </a:pPr>
            <a:r>
              <a:rPr lang="en-US" sz="1600" dirty="0" err="1">
                <a:latin typeface="+mj-lt"/>
              </a:rPr>
              <a:t>Ảnh</a:t>
            </a:r>
            <a:r>
              <a:rPr lang="en-US" sz="1600" dirty="0">
                <a:latin typeface="+mj-lt"/>
              </a:rPr>
              <a:t> </a:t>
            </a:r>
            <a:r>
              <a:rPr lang="en-US" sz="1600" b="1" dirty="0" err="1">
                <a:latin typeface="+mj-lt"/>
              </a:rPr>
              <a:t>tài</a:t>
            </a:r>
            <a:r>
              <a:rPr lang="en-US" sz="1600" b="1" dirty="0">
                <a:latin typeface="+mj-lt"/>
              </a:rPr>
              <a:t> </a:t>
            </a:r>
            <a:r>
              <a:rPr lang="en-US" sz="1600" b="1" dirty="0" err="1">
                <a:latin typeface="+mj-lt"/>
              </a:rPr>
              <a:t>liệu</a:t>
            </a:r>
            <a:r>
              <a:rPr lang="en-US" sz="1600" dirty="0">
                <a:latin typeface="+mj-lt"/>
              </a:rPr>
              <a:t> </a:t>
            </a:r>
            <a:r>
              <a:rPr lang="en-US" sz="1600" dirty="0" err="1">
                <a:latin typeface="+mj-lt"/>
              </a:rPr>
              <a:t>thường</a:t>
            </a:r>
            <a:r>
              <a:rPr lang="en-US" sz="1600" dirty="0">
                <a:latin typeface="+mj-lt"/>
              </a:rPr>
              <a:t> </a:t>
            </a:r>
            <a:r>
              <a:rPr lang="en-US" sz="1600" dirty="0" err="1">
                <a:latin typeface="+mj-lt"/>
              </a:rPr>
              <a:t>dùng</a:t>
            </a:r>
            <a:r>
              <a:rPr lang="en-US" sz="1600" dirty="0">
                <a:latin typeface="+mj-lt"/>
              </a:rPr>
              <a:t> </a:t>
            </a:r>
            <a:r>
              <a:rPr lang="en-US" sz="1600" dirty="0" err="1">
                <a:latin typeface="+mj-lt"/>
              </a:rPr>
              <a:t>tại</a:t>
            </a:r>
            <a:r>
              <a:rPr lang="en-US" sz="1600" dirty="0">
                <a:latin typeface="+mj-lt"/>
              </a:rPr>
              <a:t> </a:t>
            </a:r>
            <a:r>
              <a:rPr lang="en-US" sz="1600" b="1" dirty="0">
                <a:latin typeface="+mj-lt"/>
              </a:rPr>
              <a:t>PTĐB NĐC.</a:t>
            </a:r>
          </a:p>
          <a:p>
            <a:pPr marL="625475" lvl="2">
              <a:lnSpc>
                <a:spcPct val="140000"/>
              </a:lnSpc>
              <a:spcBef>
                <a:spcPts val="0"/>
              </a:spcBef>
            </a:pPr>
            <a:r>
              <a:rPr lang="en-US" sz="1600" dirty="0">
                <a:latin typeface="+mj-lt"/>
              </a:rPr>
              <a:t>Trang </a:t>
            </a:r>
            <a:r>
              <a:rPr lang="en-US" sz="1600" dirty="0" err="1">
                <a:latin typeface="+mj-lt"/>
              </a:rPr>
              <a:t>vở</a:t>
            </a:r>
            <a:r>
              <a:rPr lang="en-US" sz="1600" dirty="0">
                <a:latin typeface="+mj-lt"/>
              </a:rPr>
              <a:t> </a:t>
            </a:r>
            <a:r>
              <a:rPr lang="en-US" sz="1600" b="1" dirty="0" err="1">
                <a:latin typeface="+mj-lt"/>
              </a:rPr>
              <a:t>viết</a:t>
            </a:r>
            <a:r>
              <a:rPr lang="en-US" sz="1600" b="1" dirty="0">
                <a:latin typeface="+mj-lt"/>
              </a:rPr>
              <a:t> </a:t>
            </a:r>
            <a:r>
              <a:rPr lang="en-US" sz="1600" b="1" dirty="0" err="1">
                <a:latin typeface="+mj-lt"/>
              </a:rPr>
              <a:t>tay</a:t>
            </a:r>
            <a:r>
              <a:rPr lang="en-US" sz="1600" b="1" dirty="0">
                <a:latin typeface="+mj-lt"/>
              </a:rPr>
              <a:t>.</a:t>
            </a:r>
          </a:p>
          <a:p>
            <a:pPr marL="396875" lvl="1">
              <a:lnSpc>
                <a:spcPct val="140000"/>
              </a:lnSpc>
              <a:spcBef>
                <a:spcPts val="0"/>
              </a:spcBef>
            </a:pPr>
            <a:r>
              <a:rPr lang="en-US" sz="1800" dirty="0" err="1">
                <a:latin typeface="+mj-lt"/>
              </a:rPr>
              <a:t>Sử</a:t>
            </a:r>
            <a:r>
              <a:rPr lang="en-US" sz="1800" dirty="0">
                <a:latin typeface="+mj-lt"/>
              </a:rPr>
              <a:t> </a:t>
            </a:r>
            <a:r>
              <a:rPr lang="en-US" sz="1800" dirty="0" err="1">
                <a:latin typeface="+mj-lt"/>
              </a:rPr>
              <a:t>dụng</a:t>
            </a:r>
            <a:r>
              <a:rPr lang="en-US" sz="1800" dirty="0">
                <a:latin typeface="+mj-lt"/>
              </a:rPr>
              <a:t> </a:t>
            </a:r>
            <a:r>
              <a:rPr lang="en-US" sz="1800" dirty="0" err="1">
                <a:latin typeface="+mj-lt"/>
              </a:rPr>
              <a:t>kỹ</a:t>
            </a:r>
            <a:r>
              <a:rPr lang="en-US" sz="1800" dirty="0">
                <a:latin typeface="+mj-lt"/>
              </a:rPr>
              <a:t> </a:t>
            </a:r>
            <a:r>
              <a:rPr lang="en-US" sz="1800" dirty="0" err="1">
                <a:latin typeface="+mj-lt"/>
              </a:rPr>
              <a:t>thuật</a:t>
            </a:r>
            <a:r>
              <a:rPr lang="en-US" sz="1800" dirty="0">
                <a:latin typeface="+mj-lt"/>
              </a:rPr>
              <a:t> Augmentation</a:t>
            </a:r>
          </a:p>
          <a:p>
            <a:pPr marL="625475" lvl="2">
              <a:lnSpc>
                <a:spcPct val="140000"/>
              </a:lnSpc>
              <a:spcBef>
                <a:spcPts val="0"/>
              </a:spcBef>
            </a:pPr>
            <a:r>
              <a:rPr lang="en-US" sz="1600" dirty="0" err="1"/>
              <a:t>Nhiều</a:t>
            </a:r>
            <a:r>
              <a:rPr lang="en-US" sz="1600" dirty="0"/>
              <a:t> </a:t>
            </a:r>
            <a:r>
              <a:rPr lang="en-US" sz="1600" dirty="0" err="1"/>
              <a:t>nền</a:t>
            </a:r>
            <a:r>
              <a:rPr lang="en-US" sz="1600" dirty="0"/>
              <a:t>.</a:t>
            </a:r>
          </a:p>
          <a:p>
            <a:pPr marL="625475" lvl="2">
              <a:lnSpc>
                <a:spcPct val="140000"/>
              </a:lnSpc>
              <a:spcBef>
                <a:spcPts val="0"/>
              </a:spcBef>
            </a:pPr>
            <a:r>
              <a:rPr lang="en-US" sz="1600" dirty="0" err="1"/>
              <a:t>Nhiều</a:t>
            </a:r>
            <a:r>
              <a:rPr lang="en-US" sz="1600" dirty="0"/>
              <a:t> </a:t>
            </a:r>
            <a:r>
              <a:rPr lang="en-US" sz="1600" dirty="0" err="1"/>
              <a:t>kiểu</a:t>
            </a:r>
            <a:r>
              <a:rPr lang="en-US" sz="1600" dirty="0"/>
              <a:t> font, </a:t>
            </a:r>
            <a:r>
              <a:rPr lang="en-US" sz="1600" dirty="0" err="1"/>
              <a:t>tỉ</a:t>
            </a:r>
            <a:r>
              <a:rPr lang="en-US" sz="1600" dirty="0"/>
              <a:t> </a:t>
            </a:r>
            <a:r>
              <a:rPr lang="en-US" sz="1600" dirty="0" err="1"/>
              <a:t>lệ</a:t>
            </a:r>
            <a:r>
              <a:rPr lang="en-US" sz="1600" dirty="0"/>
              <a:t>.</a:t>
            </a:r>
          </a:p>
        </p:txBody>
      </p:sp>
      <p:pic>
        <p:nvPicPr>
          <p:cNvPr id="8" name="Picture 7">
            <a:extLst>
              <a:ext uri="{FF2B5EF4-FFF2-40B4-BE49-F238E27FC236}">
                <a16:creationId xmlns:a16="http://schemas.microsoft.com/office/drawing/2014/main" id="{E41C5C0B-F47E-441F-9B01-BE0715630F75}"/>
              </a:ext>
            </a:extLst>
          </p:cNvPr>
          <p:cNvPicPr>
            <a:picLocks noChangeAspect="1"/>
          </p:cNvPicPr>
          <p:nvPr/>
        </p:nvPicPr>
        <p:blipFill>
          <a:blip r:embed="rId3"/>
          <a:stretch>
            <a:fillRect/>
          </a:stretch>
        </p:blipFill>
        <p:spPr>
          <a:xfrm>
            <a:off x="3113714" y="4050009"/>
            <a:ext cx="4995122" cy="1915423"/>
          </a:xfrm>
          <a:prstGeom prst="rect">
            <a:avLst/>
          </a:prstGeom>
        </p:spPr>
      </p:pic>
      <p:sp>
        <p:nvSpPr>
          <p:cNvPr id="10" name="TextBox 9">
            <a:extLst>
              <a:ext uri="{FF2B5EF4-FFF2-40B4-BE49-F238E27FC236}">
                <a16:creationId xmlns:a16="http://schemas.microsoft.com/office/drawing/2014/main" id="{A146BE0A-9B8D-425F-8BEE-CE16B4864ADC}"/>
              </a:ext>
            </a:extLst>
          </p:cNvPr>
          <p:cNvSpPr txBox="1"/>
          <p:nvPr/>
        </p:nvSpPr>
        <p:spPr>
          <a:xfrm>
            <a:off x="2107867" y="6094321"/>
            <a:ext cx="6726571" cy="338554"/>
          </a:xfrm>
          <a:prstGeom prst="rect">
            <a:avLst/>
          </a:prstGeom>
          <a:noFill/>
        </p:spPr>
        <p:txBody>
          <a:bodyPr wrap="square">
            <a:spAutoFit/>
          </a:bodyPr>
          <a:lstStyle/>
          <a:p>
            <a:pPr lvl="1"/>
            <a:r>
              <a:rPr lang="en-US" sz="1600" i="1" dirty="0" err="1">
                <a:latin typeface="+mj-lt"/>
                <a:cs typeface="Times New Roman" panose="02020603050405020304" pitchFamily="18" charset="0"/>
              </a:rPr>
              <a:t>Hình</a:t>
            </a:r>
            <a:r>
              <a:rPr lang="en-US" sz="1600" i="1" dirty="0">
                <a:latin typeface="+mj-lt"/>
                <a:cs typeface="Times New Roman" panose="02020603050405020304" pitchFamily="18" charset="0"/>
              </a:rPr>
              <a:t> 14: </a:t>
            </a:r>
            <a:r>
              <a:rPr lang="en-US" sz="1600" i="1" dirty="0" err="1">
                <a:latin typeface="+mj-lt"/>
                <a:cs typeface="Times New Roman" panose="02020603050405020304" pitchFamily="18" charset="0"/>
              </a:rPr>
              <a:t>Một</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số</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mẫu</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dữ</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liệu</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sinh</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bằng</a:t>
            </a:r>
            <a:r>
              <a:rPr lang="en-US" sz="1600" i="1" dirty="0">
                <a:latin typeface="+mj-lt"/>
                <a:cs typeface="Times New Roman" panose="02020603050405020304" pitchFamily="18" charset="0"/>
              </a:rPr>
              <a:t> Phương </a:t>
            </a:r>
            <a:r>
              <a:rPr lang="en-US" sz="1600" i="1" dirty="0" err="1">
                <a:latin typeface="+mj-lt"/>
                <a:cs typeface="Times New Roman" panose="02020603050405020304" pitchFamily="18" charset="0"/>
              </a:rPr>
              <a:t>pháp</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tăng</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cường</a:t>
            </a:r>
            <a:endParaRPr lang="en-US" sz="1600" i="1" dirty="0">
              <a:latin typeface="+mj-lt"/>
              <a:cs typeface="Times New Roman" panose="02020603050405020304" pitchFamily="18" charset="0"/>
            </a:endParaRPr>
          </a:p>
        </p:txBody>
      </p:sp>
      <p:pic>
        <p:nvPicPr>
          <p:cNvPr id="5" name="Picture 4">
            <a:extLst>
              <a:ext uri="{FF2B5EF4-FFF2-40B4-BE49-F238E27FC236}">
                <a16:creationId xmlns:a16="http://schemas.microsoft.com/office/drawing/2014/main" id="{A9C1F135-B922-4F24-BF9B-5BD7550CCDAF}"/>
              </a:ext>
            </a:extLst>
          </p:cNvPr>
          <p:cNvPicPr>
            <a:picLocks noChangeAspect="1"/>
          </p:cNvPicPr>
          <p:nvPr/>
        </p:nvPicPr>
        <p:blipFill>
          <a:blip r:embed="rId4"/>
          <a:stretch>
            <a:fillRect/>
          </a:stretch>
        </p:blipFill>
        <p:spPr>
          <a:xfrm>
            <a:off x="5681122" y="1322764"/>
            <a:ext cx="2996471" cy="1978209"/>
          </a:xfrm>
          <a:prstGeom prst="rect">
            <a:avLst/>
          </a:prstGeom>
        </p:spPr>
      </p:pic>
      <p:sp>
        <p:nvSpPr>
          <p:cNvPr id="11" name="TextBox 10">
            <a:extLst>
              <a:ext uri="{FF2B5EF4-FFF2-40B4-BE49-F238E27FC236}">
                <a16:creationId xmlns:a16="http://schemas.microsoft.com/office/drawing/2014/main" id="{F1DC34DE-5A97-4A45-AA7D-81A3239B9394}"/>
              </a:ext>
            </a:extLst>
          </p:cNvPr>
          <p:cNvSpPr txBox="1"/>
          <p:nvPr/>
        </p:nvSpPr>
        <p:spPr>
          <a:xfrm>
            <a:off x="5045018" y="3344151"/>
            <a:ext cx="4038600" cy="338554"/>
          </a:xfrm>
          <a:prstGeom prst="rect">
            <a:avLst/>
          </a:prstGeom>
          <a:noFill/>
        </p:spPr>
        <p:txBody>
          <a:bodyPr wrap="square">
            <a:spAutoFit/>
          </a:bodyPr>
          <a:lstStyle/>
          <a:p>
            <a:pPr lvl="1"/>
            <a:r>
              <a:rPr lang="en-US" sz="1600" i="1" dirty="0" err="1">
                <a:latin typeface="+mj-lt"/>
                <a:cs typeface="Times New Roman" panose="02020603050405020304" pitchFamily="18" charset="0"/>
              </a:rPr>
              <a:t>Hình</a:t>
            </a:r>
            <a:r>
              <a:rPr lang="en-US" sz="1600" i="1" dirty="0">
                <a:latin typeface="+mj-lt"/>
                <a:cs typeface="Times New Roman" panose="02020603050405020304" pitchFamily="18" charset="0"/>
              </a:rPr>
              <a:t> 13: </a:t>
            </a:r>
            <a:r>
              <a:rPr lang="en-US" sz="1600" i="1" dirty="0" err="1">
                <a:latin typeface="+mj-lt"/>
                <a:cs typeface="Times New Roman" panose="02020603050405020304" pitchFamily="18" charset="0"/>
              </a:rPr>
              <a:t>Gán</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nhãn</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dữ</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liệu</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cho</a:t>
            </a:r>
            <a:r>
              <a:rPr lang="en-US" sz="1600" i="1" dirty="0">
                <a:latin typeface="+mj-lt"/>
                <a:cs typeface="Times New Roman" panose="02020603050405020304" pitchFamily="18" charset="0"/>
              </a:rPr>
              <a:t> OCR</a:t>
            </a:r>
          </a:p>
        </p:txBody>
      </p:sp>
    </p:spTree>
    <p:extLst>
      <p:ext uri="{BB962C8B-B14F-4D97-AF65-F5344CB8AC3E}">
        <p14:creationId xmlns:p14="http://schemas.microsoft.com/office/powerpoint/2010/main" val="8386253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1C947-19CC-457A-B588-208F1B6DA391}"/>
              </a:ext>
            </a:extLst>
          </p:cNvPr>
          <p:cNvSpPr>
            <a:spLocks noGrp="1"/>
          </p:cNvSpPr>
          <p:nvPr>
            <p:ph type="title"/>
          </p:nvPr>
        </p:nvSpPr>
        <p:spPr/>
        <p:txBody>
          <a:bodyPr/>
          <a:lstStyle/>
          <a:p>
            <a:r>
              <a:rPr lang="en-US" dirty="0" err="1"/>
              <a:t>Truy</a:t>
            </a:r>
            <a:r>
              <a:rPr lang="en-US" dirty="0"/>
              <a:t> </a:t>
            </a:r>
            <a:r>
              <a:rPr lang="en-US" dirty="0" err="1"/>
              <a:t>vấn</a:t>
            </a:r>
            <a:r>
              <a:rPr lang="en-US" dirty="0"/>
              <a:t> </a:t>
            </a:r>
            <a:r>
              <a:rPr lang="en-US" dirty="0" err="1"/>
              <a:t>thông</a:t>
            </a:r>
            <a:r>
              <a:rPr lang="en-US" dirty="0"/>
              <a:t> tin (Information Retrieval)</a:t>
            </a:r>
          </a:p>
        </p:txBody>
      </p:sp>
      <p:sp>
        <p:nvSpPr>
          <p:cNvPr id="3" name="Content Placeholder 2">
            <a:extLst>
              <a:ext uri="{FF2B5EF4-FFF2-40B4-BE49-F238E27FC236}">
                <a16:creationId xmlns:a16="http://schemas.microsoft.com/office/drawing/2014/main" id="{90DC5999-E69F-4158-AB43-238D96A776EF}"/>
              </a:ext>
            </a:extLst>
          </p:cNvPr>
          <p:cNvSpPr>
            <a:spLocks noGrp="1"/>
          </p:cNvSpPr>
          <p:nvPr>
            <p:ph idx="1"/>
          </p:nvPr>
        </p:nvSpPr>
        <p:spPr>
          <a:xfrm>
            <a:off x="207629" y="1143001"/>
            <a:ext cx="4105427" cy="4250598"/>
          </a:xfrm>
        </p:spPr>
        <p:txBody>
          <a:bodyPr/>
          <a:lstStyle/>
          <a:p>
            <a:endParaRPr lang="en-US" sz="2000">
              <a:latin typeface="+mj-lt"/>
            </a:endParaRPr>
          </a:p>
          <a:p>
            <a:r>
              <a:rPr lang="en-US" sz="2000">
                <a:latin typeface="+mj-lt"/>
              </a:rPr>
              <a:t>Truy </a:t>
            </a:r>
            <a:r>
              <a:rPr lang="en-US" sz="2000" dirty="0" err="1">
                <a:latin typeface="+mj-lt"/>
              </a:rPr>
              <a:t>vấn</a:t>
            </a:r>
            <a:r>
              <a:rPr lang="en-US" sz="2000" dirty="0">
                <a:latin typeface="+mj-lt"/>
              </a:rPr>
              <a:t> </a:t>
            </a:r>
            <a:r>
              <a:rPr lang="en-US" sz="2000" dirty="0" err="1">
                <a:latin typeface="+mj-lt"/>
              </a:rPr>
              <a:t>trên</a:t>
            </a:r>
            <a:r>
              <a:rPr lang="en-US" sz="2000" dirty="0">
                <a:latin typeface="+mj-lt"/>
              </a:rPr>
              <a:t> Internet</a:t>
            </a:r>
          </a:p>
          <a:p>
            <a:pPr lvl="1"/>
            <a:r>
              <a:rPr lang="en-US" sz="1800" dirty="0" err="1"/>
              <a:t>Sử</a:t>
            </a:r>
            <a:r>
              <a:rPr lang="en-US" sz="1800" dirty="0"/>
              <a:t> </a:t>
            </a:r>
            <a:r>
              <a:rPr lang="en-US" sz="1800" dirty="0" err="1"/>
              <a:t>dụng</a:t>
            </a:r>
            <a:r>
              <a:rPr lang="en-US" sz="1800" dirty="0"/>
              <a:t> </a:t>
            </a:r>
            <a:r>
              <a:rPr lang="en-US" sz="1800"/>
              <a:t>Google Search.</a:t>
            </a:r>
            <a:endParaRPr lang="en-US" sz="1800" dirty="0"/>
          </a:p>
          <a:p>
            <a:pPr lvl="1"/>
            <a:r>
              <a:rPr lang="en-US" sz="1800" dirty="0" err="1"/>
              <a:t>Trích</a:t>
            </a:r>
            <a:r>
              <a:rPr lang="en-US" sz="1800" dirty="0"/>
              <a:t> </a:t>
            </a:r>
            <a:r>
              <a:rPr lang="en-US" sz="1800" dirty="0" err="1"/>
              <a:t>xuất</a:t>
            </a:r>
            <a:r>
              <a:rPr lang="en-US" sz="1800" dirty="0"/>
              <a:t> </a:t>
            </a:r>
            <a:r>
              <a:rPr lang="en-US" sz="1800" err="1"/>
              <a:t>thông</a:t>
            </a:r>
            <a:r>
              <a:rPr lang="en-US" sz="1800"/>
              <a:t> tin.</a:t>
            </a:r>
          </a:p>
          <a:p>
            <a:pPr marL="457200" lvl="1" indent="0">
              <a:buNone/>
            </a:pPr>
            <a:endParaRPr lang="en-US" sz="1800" dirty="0"/>
          </a:p>
          <a:p>
            <a:r>
              <a:rPr lang="en-US" sz="2000" dirty="0" err="1">
                <a:latin typeface="+mj-lt"/>
              </a:rPr>
              <a:t>Truy</a:t>
            </a:r>
            <a:r>
              <a:rPr lang="en-US" sz="2000" dirty="0">
                <a:latin typeface="+mj-lt"/>
              </a:rPr>
              <a:t> </a:t>
            </a:r>
            <a:r>
              <a:rPr lang="en-US" sz="2000" dirty="0" err="1">
                <a:latin typeface="+mj-lt"/>
              </a:rPr>
              <a:t>vấn</a:t>
            </a:r>
            <a:r>
              <a:rPr lang="en-US" sz="2000" dirty="0">
                <a:latin typeface="+mj-lt"/>
              </a:rPr>
              <a:t> </a:t>
            </a:r>
            <a:r>
              <a:rPr lang="en-US" sz="2000" dirty="0" err="1">
                <a:latin typeface="+mj-lt"/>
              </a:rPr>
              <a:t>từ</a:t>
            </a:r>
            <a:r>
              <a:rPr lang="en-US" sz="2000" dirty="0">
                <a:latin typeface="+mj-lt"/>
              </a:rPr>
              <a:t> </a:t>
            </a:r>
            <a:r>
              <a:rPr lang="en-US" sz="2000" dirty="0" err="1">
                <a:latin typeface="+mj-lt"/>
              </a:rPr>
              <a:t>các</a:t>
            </a:r>
            <a:r>
              <a:rPr lang="en-US" sz="2000" dirty="0">
                <a:latin typeface="+mj-lt"/>
              </a:rPr>
              <a:t> </a:t>
            </a:r>
            <a:r>
              <a:rPr lang="en-US" sz="2000" dirty="0" err="1">
                <a:latin typeface="+mj-lt"/>
              </a:rPr>
              <a:t>trang</a:t>
            </a:r>
            <a:r>
              <a:rPr lang="en-US" sz="2000" dirty="0">
                <a:latin typeface="+mj-lt"/>
              </a:rPr>
              <a:t> tin </a:t>
            </a:r>
            <a:r>
              <a:rPr lang="en-US" sz="2000" dirty="0" err="1">
                <a:latin typeface="+mj-lt"/>
              </a:rPr>
              <a:t>đã</a:t>
            </a:r>
            <a:r>
              <a:rPr lang="en-US" sz="2000" dirty="0">
                <a:latin typeface="+mj-lt"/>
              </a:rPr>
              <a:t> </a:t>
            </a:r>
            <a:r>
              <a:rPr lang="en-US" sz="2000" dirty="0" err="1">
                <a:latin typeface="+mj-lt"/>
              </a:rPr>
              <a:t>cấu</a:t>
            </a:r>
            <a:r>
              <a:rPr lang="en-US" sz="2000" dirty="0">
                <a:latin typeface="+mj-lt"/>
              </a:rPr>
              <a:t> </a:t>
            </a:r>
            <a:r>
              <a:rPr lang="en-US" sz="2000" dirty="0" err="1">
                <a:latin typeface="+mj-lt"/>
              </a:rPr>
              <a:t>hình</a:t>
            </a:r>
            <a:r>
              <a:rPr lang="en-US" sz="2000" dirty="0">
                <a:latin typeface="+mj-lt"/>
              </a:rPr>
              <a:t> </a:t>
            </a:r>
            <a:r>
              <a:rPr lang="en-US" sz="2000" dirty="0" err="1">
                <a:latin typeface="+mj-lt"/>
              </a:rPr>
              <a:t>hoặc</a:t>
            </a:r>
            <a:r>
              <a:rPr lang="en-US" sz="2000" dirty="0">
                <a:latin typeface="+mj-lt"/>
              </a:rPr>
              <a:t> </a:t>
            </a:r>
            <a:r>
              <a:rPr lang="en-US" sz="2000" dirty="0" err="1">
                <a:latin typeface="+mj-lt"/>
              </a:rPr>
              <a:t>điện</a:t>
            </a:r>
            <a:r>
              <a:rPr lang="en-US" sz="2000" dirty="0">
                <a:latin typeface="+mj-lt"/>
              </a:rPr>
              <a:t> </a:t>
            </a:r>
            <a:r>
              <a:rPr lang="en-US" sz="2000" dirty="0" err="1">
                <a:latin typeface="+mj-lt"/>
              </a:rPr>
              <a:t>thoại</a:t>
            </a:r>
            <a:endParaRPr lang="en-US" sz="2000" dirty="0">
              <a:latin typeface="+mj-lt"/>
            </a:endParaRPr>
          </a:p>
          <a:p>
            <a:pPr lvl="1"/>
            <a:r>
              <a:rPr lang="en-US" sz="1800" dirty="0" err="1"/>
              <a:t>Đánh</a:t>
            </a:r>
            <a:r>
              <a:rPr lang="en-US" sz="1800" dirty="0"/>
              <a:t> </a:t>
            </a:r>
            <a:r>
              <a:rPr lang="en-US" sz="1800" err="1"/>
              <a:t>chỉ</a:t>
            </a:r>
            <a:r>
              <a:rPr lang="en-US" sz="1800"/>
              <a:t> mục.</a:t>
            </a:r>
            <a:endParaRPr lang="en-US" sz="1800" dirty="0"/>
          </a:p>
          <a:p>
            <a:pPr lvl="1"/>
            <a:r>
              <a:rPr lang="en-US" sz="1800" dirty="0" err="1"/>
              <a:t>Sử</a:t>
            </a:r>
            <a:r>
              <a:rPr lang="en-US" sz="1800" dirty="0"/>
              <a:t> </a:t>
            </a:r>
            <a:r>
              <a:rPr lang="en-US" sz="1800" dirty="0" err="1"/>
              <a:t>dụng</a:t>
            </a:r>
            <a:r>
              <a:rPr lang="en-US" sz="1800" dirty="0"/>
              <a:t> </a:t>
            </a:r>
            <a:r>
              <a:rPr lang="en-US" sz="1800" dirty="0" err="1"/>
              <a:t>thuật</a:t>
            </a:r>
            <a:r>
              <a:rPr lang="en-US" sz="1800" dirty="0"/>
              <a:t> </a:t>
            </a:r>
            <a:r>
              <a:rPr lang="en-US" sz="1800" err="1"/>
              <a:t>toán</a:t>
            </a:r>
            <a:r>
              <a:rPr lang="en-US" sz="1800"/>
              <a:t> TF-IDF.</a:t>
            </a:r>
            <a:endParaRPr lang="en-US" sz="1800" dirty="0"/>
          </a:p>
          <a:p>
            <a:pPr lvl="1"/>
            <a:r>
              <a:rPr lang="en-US" sz="1800" dirty="0" err="1"/>
              <a:t>Nâng</a:t>
            </a:r>
            <a:r>
              <a:rPr lang="en-US" sz="1800" dirty="0"/>
              <a:t> </a:t>
            </a:r>
            <a:r>
              <a:rPr lang="en-US" sz="1800" dirty="0" err="1"/>
              <a:t>cao</a:t>
            </a:r>
            <a:r>
              <a:rPr lang="en-US" sz="1800" dirty="0"/>
              <a:t> </a:t>
            </a:r>
            <a:r>
              <a:rPr lang="en-US" sz="1800" dirty="0" err="1"/>
              <a:t>chất</a:t>
            </a:r>
            <a:r>
              <a:rPr lang="en-US" sz="1800" dirty="0"/>
              <a:t> </a:t>
            </a:r>
            <a:r>
              <a:rPr lang="en-US" sz="1800" dirty="0" err="1"/>
              <a:t>lượng</a:t>
            </a:r>
            <a:r>
              <a:rPr lang="en-US" sz="1800" dirty="0"/>
              <a:t> </a:t>
            </a:r>
            <a:r>
              <a:rPr lang="en-US" sz="1800" dirty="0" err="1"/>
              <a:t>theo</a:t>
            </a:r>
            <a:r>
              <a:rPr lang="en-US" sz="1800" dirty="0"/>
              <a:t> </a:t>
            </a:r>
            <a:r>
              <a:rPr lang="en-US" sz="1800" dirty="0" err="1"/>
              <a:t>phản</a:t>
            </a:r>
            <a:r>
              <a:rPr lang="en-US" sz="1800" dirty="0"/>
              <a:t> </a:t>
            </a:r>
            <a:r>
              <a:rPr lang="en-US" sz="1800" dirty="0" err="1"/>
              <a:t>hồi</a:t>
            </a:r>
            <a:r>
              <a:rPr lang="en-US" sz="1800" dirty="0"/>
              <a:t>/</a:t>
            </a:r>
            <a:r>
              <a:rPr lang="en-US" sz="1800" dirty="0" err="1"/>
              <a:t>cá</a:t>
            </a:r>
            <a:r>
              <a:rPr lang="en-US" sz="1800" dirty="0"/>
              <a:t> </a:t>
            </a:r>
            <a:r>
              <a:rPr lang="en-US" sz="1800" err="1"/>
              <a:t>nhân</a:t>
            </a:r>
            <a:r>
              <a:rPr lang="en-US" sz="1800"/>
              <a:t> hóa.</a:t>
            </a:r>
            <a:endParaRPr lang="en-US" sz="1800" dirty="0"/>
          </a:p>
        </p:txBody>
      </p:sp>
      <p:pic>
        <p:nvPicPr>
          <p:cNvPr id="2050" name="Picture 2" descr="Introduction to Natural Language Processing — TF-IDF | by Kinder Chen |  Medium">
            <a:extLst>
              <a:ext uri="{FF2B5EF4-FFF2-40B4-BE49-F238E27FC236}">
                <a16:creationId xmlns:a16="http://schemas.microsoft.com/office/drawing/2014/main" id="{D5D44861-3152-4BBF-AA72-0A3338300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7810" y="1515124"/>
            <a:ext cx="4522410" cy="127226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96757375-8E71-4184-B938-D03503892464}"/>
              </a:ext>
            </a:extLst>
          </p:cNvPr>
          <p:cNvSpPr>
            <a:spLocks noGrp="1"/>
          </p:cNvSpPr>
          <p:nvPr>
            <p:ph type="sldNum" sz="quarter" idx="11"/>
          </p:nvPr>
        </p:nvSpPr>
        <p:spPr/>
        <p:txBody>
          <a:bodyPr/>
          <a:lstStyle/>
          <a:p>
            <a:pPr>
              <a:defRPr/>
            </a:pPr>
            <a:fld id="{E9BFE15A-3346-4571-882B-EB624BC8BD4C}" type="slidenum">
              <a:rPr lang="en-US" smtClean="0"/>
              <a:pPr>
                <a:defRPr/>
              </a:pPr>
              <a:t>25</a:t>
            </a:fld>
            <a:endParaRPr lang="en-US" dirty="0"/>
          </a:p>
        </p:txBody>
      </p:sp>
      <p:sp>
        <p:nvSpPr>
          <p:cNvPr id="6" name="Content Placeholder 2">
            <a:extLst>
              <a:ext uri="{FF2B5EF4-FFF2-40B4-BE49-F238E27FC236}">
                <a16:creationId xmlns:a16="http://schemas.microsoft.com/office/drawing/2014/main" id="{A67A69C3-6C02-477B-8D68-4735FC5BCBE8}"/>
              </a:ext>
            </a:extLst>
          </p:cNvPr>
          <p:cNvSpPr txBox="1">
            <a:spLocks/>
          </p:cNvSpPr>
          <p:nvPr/>
        </p:nvSpPr>
        <p:spPr>
          <a:xfrm>
            <a:off x="4695004" y="2999171"/>
            <a:ext cx="3859274" cy="320675"/>
          </a:xfrm>
          <a:prstGeom prst="rect">
            <a:avLst/>
          </a:prstGeom>
        </p:spPr>
        <p:txBody>
          <a:bodyPr vert="horz" lIns="91440" tIns="45720" rIns="91440" bIns="45720" rtlCol="0">
            <a:normAutofit fontScale="92500" lnSpcReduction="10000"/>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15: Công </a:t>
            </a:r>
            <a:r>
              <a:rPr lang="en-US" sz="1500" i="1" dirty="0" err="1">
                <a:latin typeface="+mj-lt"/>
                <a:ea typeface="Arial" panose="020B0604020202020204" pitchFamily="34" charset="0"/>
              </a:rPr>
              <a:t>thức</a:t>
            </a:r>
            <a:r>
              <a:rPr lang="en-US" sz="1500" i="1" dirty="0">
                <a:latin typeface="+mj-lt"/>
                <a:ea typeface="Arial" panose="020B0604020202020204" pitchFamily="34" charset="0"/>
              </a:rPr>
              <a:t> </a:t>
            </a:r>
            <a:r>
              <a:rPr lang="en-US" sz="1500" i="1" dirty="0" err="1">
                <a:latin typeface="+mj-lt"/>
                <a:ea typeface="Arial" panose="020B0604020202020204" pitchFamily="34" charset="0"/>
              </a:rPr>
              <a:t>tính</a:t>
            </a:r>
            <a:r>
              <a:rPr lang="en-US" sz="1500" i="1" dirty="0">
                <a:latin typeface="+mj-lt"/>
                <a:ea typeface="Arial" panose="020B0604020202020204" pitchFamily="34" charset="0"/>
              </a:rPr>
              <a:t> </a:t>
            </a:r>
            <a:r>
              <a:rPr lang="en-US" sz="1500" i="1" dirty="0" err="1">
                <a:latin typeface="+mj-lt"/>
                <a:ea typeface="Arial" panose="020B0604020202020204" pitchFamily="34" charset="0"/>
              </a:rPr>
              <a:t>tf-idf</a:t>
            </a:r>
            <a:endParaRPr lang="en-US" i="1" dirty="0">
              <a:latin typeface="+mj-lt"/>
            </a:endParaRPr>
          </a:p>
        </p:txBody>
      </p:sp>
    </p:spTree>
    <p:extLst>
      <p:ext uri="{BB962C8B-B14F-4D97-AF65-F5344CB8AC3E}">
        <p14:creationId xmlns:p14="http://schemas.microsoft.com/office/powerpoint/2010/main" val="38169994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E177-12DD-4EBD-81EB-4E821902717F}"/>
              </a:ext>
            </a:extLst>
          </p:cNvPr>
          <p:cNvSpPr>
            <a:spLocks noGrp="1"/>
          </p:cNvSpPr>
          <p:nvPr>
            <p:ph type="title"/>
          </p:nvPr>
        </p:nvSpPr>
        <p:spPr/>
        <p:txBody>
          <a:bodyPr/>
          <a:lstStyle/>
          <a:p>
            <a:r>
              <a:rPr lang="en-US"/>
              <a:t>Mô hình nhận dạng âm thanh (STT)</a:t>
            </a:r>
          </a:p>
        </p:txBody>
      </p:sp>
      <p:sp>
        <p:nvSpPr>
          <p:cNvPr id="4" name="Slide Number Placeholder 3">
            <a:extLst>
              <a:ext uri="{FF2B5EF4-FFF2-40B4-BE49-F238E27FC236}">
                <a16:creationId xmlns:a16="http://schemas.microsoft.com/office/drawing/2014/main" id="{8EB8608A-3DF6-46CA-A152-283A8DF87D3E}"/>
              </a:ext>
            </a:extLst>
          </p:cNvPr>
          <p:cNvSpPr>
            <a:spLocks noGrp="1"/>
          </p:cNvSpPr>
          <p:nvPr>
            <p:ph type="sldNum" sz="quarter" idx="12"/>
          </p:nvPr>
        </p:nvSpPr>
        <p:spPr>
          <a:xfrm>
            <a:off x="8364310" y="4789205"/>
            <a:ext cx="600076"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200" b="1" i="0" u="none" strike="noStrike" cap="none">
                <a:solidFill>
                  <a:srgbClr val="FF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fld id="{AF0AC965-8C7E-4868-972E-912958CCF619}" type="slidenum">
              <a:rPr lang="en-US" smtClean="0"/>
              <a:pPr defTabSz="685800"/>
              <a:t>26</a:t>
            </a:fld>
            <a:endParaRPr lang="en-US" kern="1200" dirty="0">
              <a:latin typeface="Calibri"/>
              <a:ea typeface="+mn-ea"/>
              <a:cs typeface="+mn-cs"/>
            </a:endParaRPr>
          </a:p>
        </p:txBody>
      </p:sp>
      <p:sp>
        <p:nvSpPr>
          <p:cNvPr id="8" name="Content Placeholder 7">
            <a:extLst>
              <a:ext uri="{FF2B5EF4-FFF2-40B4-BE49-F238E27FC236}">
                <a16:creationId xmlns:a16="http://schemas.microsoft.com/office/drawing/2014/main" id="{985AE145-802F-4F91-8F91-98A4EF7E5DB7}"/>
              </a:ext>
            </a:extLst>
          </p:cNvPr>
          <p:cNvSpPr>
            <a:spLocks noGrp="1"/>
          </p:cNvSpPr>
          <p:nvPr>
            <p:ph idx="1"/>
          </p:nvPr>
        </p:nvSpPr>
        <p:spPr>
          <a:xfrm>
            <a:off x="146107" y="1265236"/>
            <a:ext cx="3325586" cy="2226725"/>
          </a:xfrm>
        </p:spPr>
        <p:txBody>
          <a:bodyPr>
            <a:noAutofit/>
          </a:bodyPr>
          <a:lstStyle/>
          <a:p>
            <a:pPr>
              <a:lnSpc>
                <a:spcPct val="140000"/>
              </a:lnSpc>
              <a:spcBef>
                <a:spcPts val="0"/>
              </a:spcBef>
            </a:pPr>
            <a:r>
              <a:rPr lang="en-US" sz="1800" dirty="0" err="1">
                <a:latin typeface="+mj-lt"/>
              </a:rPr>
              <a:t>Sử</a:t>
            </a:r>
            <a:r>
              <a:rPr lang="en-US" sz="1800" dirty="0">
                <a:latin typeface="+mj-lt"/>
              </a:rPr>
              <a:t> </a:t>
            </a:r>
            <a:r>
              <a:rPr lang="en-US" sz="1800" dirty="0" err="1">
                <a:latin typeface="+mj-lt"/>
              </a:rPr>
              <a:t>dụng</a:t>
            </a:r>
            <a:r>
              <a:rPr lang="en-US" sz="1800" dirty="0">
                <a:latin typeface="+mj-lt"/>
              </a:rPr>
              <a:t> </a:t>
            </a:r>
            <a:r>
              <a:rPr lang="en-US" sz="1800" dirty="0" err="1">
                <a:latin typeface="+mj-lt"/>
              </a:rPr>
              <a:t>giải</a:t>
            </a:r>
            <a:r>
              <a:rPr lang="en-US" sz="1800" dirty="0">
                <a:latin typeface="+mj-lt"/>
              </a:rPr>
              <a:t> </a:t>
            </a:r>
            <a:r>
              <a:rPr lang="en-US" sz="1800" err="1">
                <a:latin typeface="+mj-lt"/>
              </a:rPr>
              <a:t>pháp</a:t>
            </a:r>
            <a:r>
              <a:rPr lang="en-US" sz="1800">
                <a:latin typeface="+mj-lt"/>
              </a:rPr>
              <a:t> Whisper</a:t>
            </a:r>
            <a:endParaRPr lang="en-US" sz="1800" dirty="0">
              <a:latin typeface="+mj-lt"/>
            </a:endParaRPr>
          </a:p>
          <a:p>
            <a:pPr marL="284163" lvl="1" indent="-173038">
              <a:lnSpc>
                <a:spcPct val="140000"/>
              </a:lnSpc>
              <a:spcBef>
                <a:spcPts val="600"/>
              </a:spcBef>
            </a:pPr>
            <a:r>
              <a:rPr lang="en-US" sz="1600" dirty="0" err="1"/>
              <a:t>Mô</a:t>
            </a:r>
            <a:r>
              <a:rPr lang="en-US" sz="1600" dirty="0"/>
              <a:t> </a:t>
            </a:r>
            <a:r>
              <a:rPr lang="en-US" sz="1600" dirty="0" err="1"/>
              <a:t>hình</a:t>
            </a:r>
            <a:r>
              <a:rPr lang="en-US" sz="1600" dirty="0"/>
              <a:t> </a:t>
            </a:r>
            <a:r>
              <a:rPr lang="en-US" sz="1600" dirty="0" err="1"/>
              <a:t>đầu</a:t>
            </a:r>
            <a:r>
              <a:rPr lang="en-US" sz="1600" dirty="0"/>
              <a:t> </a:t>
            </a:r>
            <a:r>
              <a:rPr lang="en-US" sz="1600" err="1"/>
              <a:t>cuối</a:t>
            </a:r>
            <a:r>
              <a:rPr lang="en-US" sz="1600"/>
              <a:t> Seq2Seq.</a:t>
            </a:r>
            <a:endParaRPr lang="en-US" sz="1600" dirty="0"/>
          </a:p>
          <a:p>
            <a:pPr marL="284163" lvl="1" indent="-173038">
              <a:lnSpc>
                <a:spcPct val="100000"/>
              </a:lnSpc>
              <a:spcBef>
                <a:spcPts val="600"/>
              </a:spcBef>
            </a:pPr>
            <a:r>
              <a:rPr lang="en-US" sz="1600" dirty="0" err="1"/>
              <a:t>Huấn</a:t>
            </a:r>
            <a:r>
              <a:rPr lang="en-US" sz="1600" dirty="0"/>
              <a:t> </a:t>
            </a:r>
            <a:r>
              <a:rPr lang="en-US" sz="1600" dirty="0" err="1"/>
              <a:t>luyện</a:t>
            </a:r>
            <a:r>
              <a:rPr lang="en-US" sz="1600" dirty="0"/>
              <a:t> </a:t>
            </a:r>
            <a:r>
              <a:rPr lang="en-US" sz="1600" dirty="0" err="1"/>
              <a:t>trước</a:t>
            </a:r>
            <a:r>
              <a:rPr lang="en-US" sz="1600" dirty="0"/>
              <a:t> </a:t>
            </a:r>
            <a:r>
              <a:rPr lang="en-US" sz="1600" dirty="0" err="1"/>
              <a:t>có</a:t>
            </a:r>
            <a:r>
              <a:rPr lang="en-US" sz="1600" dirty="0"/>
              <a:t> </a:t>
            </a:r>
            <a:r>
              <a:rPr lang="en-US" sz="1600" dirty="0" err="1"/>
              <a:t>giám</a:t>
            </a:r>
            <a:r>
              <a:rPr lang="en-US" sz="1600" dirty="0"/>
              <a:t> </a:t>
            </a:r>
            <a:r>
              <a:rPr lang="en-US" sz="1600" dirty="0" err="1"/>
              <a:t>sát</a:t>
            </a:r>
            <a:r>
              <a:rPr lang="en-US" sz="1600" dirty="0"/>
              <a:t> </a:t>
            </a:r>
            <a:r>
              <a:rPr lang="en-US" sz="1600" dirty="0" err="1"/>
              <a:t>đa</a:t>
            </a:r>
            <a:r>
              <a:rPr lang="en-US" sz="1600" dirty="0"/>
              <a:t> </a:t>
            </a:r>
            <a:r>
              <a:rPr lang="en-US" sz="1600" dirty="0" err="1"/>
              <a:t>ngôn</a:t>
            </a:r>
            <a:r>
              <a:rPr lang="en-US" sz="1600" dirty="0"/>
              <a:t> </a:t>
            </a:r>
            <a:r>
              <a:rPr lang="en-US" sz="1600" dirty="0" err="1"/>
              <a:t>ngữ</a:t>
            </a:r>
            <a:r>
              <a:rPr lang="en-US" sz="1600" dirty="0"/>
              <a:t>, </a:t>
            </a:r>
            <a:r>
              <a:rPr lang="en-US" sz="1600" dirty="0" err="1"/>
              <a:t>đa</a:t>
            </a:r>
            <a:r>
              <a:rPr lang="en-US" sz="1600" dirty="0"/>
              <a:t> </a:t>
            </a:r>
            <a:r>
              <a:rPr lang="en-US" sz="1600" err="1"/>
              <a:t>nhiệm</a:t>
            </a:r>
            <a:r>
              <a:rPr lang="en-US" sz="1600"/>
              <a:t> vụ.</a:t>
            </a:r>
            <a:endParaRPr lang="en-US" sz="1600" dirty="0"/>
          </a:p>
          <a:p>
            <a:pPr marL="284163" lvl="1" indent="-173038">
              <a:lnSpc>
                <a:spcPct val="140000"/>
              </a:lnSpc>
              <a:spcBef>
                <a:spcPts val="600"/>
              </a:spcBef>
            </a:pPr>
            <a:r>
              <a:rPr lang="en-US" sz="1600" dirty="0" err="1"/>
              <a:t>Hiệu</a:t>
            </a:r>
            <a:r>
              <a:rPr lang="en-US" sz="1600" dirty="0"/>
              <a:t> </a:t>
            </a:r>
            <a:r>
              <a:rPr lang="en-US" sz="1600" dirty="0" err="1"/>
              <a:t>chỉnh</a:t>
            </a:r>
            <a:r>
              <a:rPr lang="en-US" sz="1600" dirty="0"/>
              <a:t> </a:t>
            </a:r>
            <a:r>
              <a:rPr lang="en-US" sz="1600" dirty="0" err="1"/>
              <a:t>trên</a:t>
            </a:r>
            <a:r>
              <a:rPr lang="en-US" sz="1600" dirty="0"/>
              <a:t> </a:t>
            </a:r>
            <a:r>
              <a:rPr lang="en-US" sz="1600" dirty="0" err="1"/>
              <a:t>ngôn</a:t>
            </a:r>
            <a:r>
              <a:rPr lang="en-US" sz="1600" dirty="0"/>
              <a:t> </a:t>
            </a:r>
            <a:r>
              <a:rPr lang="en-US" sz="1600" err="1"/>
              <a:t>ngữ</a:t>
            </a:r>
            <a:r>
              <a:rPr lang="en-US" sz="1600"/>
              <a:t> đích.</a:t>
            </a:r>
            <a:endParaRPr lang="en-US" sz="1600" dirty="0"/>
          </a:p>
        </p:txBody>
      </p:sp>
      <p:pic>
        <p:nvPicPr>
          <p:cNvPr id="5" name="Picture 4">
            <a:extLst>
              <a:ext uri="{FF2B5EF4-FFF2-40B4-BE49-F238E27FC236}">
                <a16:creationId xmlns:a16="http://schemas.microsoft.com/office/drawing/2014/main" id="{AC327672-C77D-4975-9286-7366036B5B4A}"/>
              </a:ext>
            </a:extLst>
          </p:cNvPr>
          <p:cNvPicPr>
            <a:picLocks noChangeAspect="1"/>
          </p:cNvPicPr>
          <p:nvPr/>
        </p:nvPicPr>
        <p:blipFill>
          <a:blip r:embed="rId2"/>
          <a:stretch>
            <a:fillRect/>
          </a:stretch>
        </p:blipFill>
        <p:spPr>
          <a:xfrm>
            <a:off x="3478319" y="1066800"/>
            <a:ext cx="5333667" cy="4029267"/>
          </a:xfrm>
          <a:prstGeom prst="rect">
            <a:avLst/>
          </a:prstGeom>
        </p:spPr>
      </p:pic>
      <p:sp>
        <p:nvSpPr>
          <p:cNvPr id="11" name="TextBox 10">
            <a:extLst>
              <a:ext uri="{FF2B5EF4-FFF2-40B4-BE49-F238E27FC236}">
                <a16:creationId xmlns:a16="http://schemas.microsoft.com/office/drawing/2014/main" id="{73CF03AB-3AC8-40AD-8971-89896CD5EE95}"/>
              </a:ext>
            </a:extLst>
          </p:cNvPr>
          <p:cNvSpPr txBox="1"/>
          <p:nvPr/>
        </p:nvSpPr>
        <p:spPr>
          <a:xfrm>
            <a:off x="533400" y="6262300"/>
            <a:ext cx="4572000" cy="276999"/>
          </a:xfrm>
          <a:prstGeom prst="rect">
            <a:avLst/>
          </a:prstGeom>
          <a:noFill/>
        </p:spPr>
        <p:txBody>
          <a:bodyPr wrap="square">
            <a:spAutoFit/>
          </a:bodyPr>
          <a:lstStyle/>
          <a:p>
            <a:r>
              <a:rPr lang="en-US" sz="1200" i="1" dirty="0">
                <a:latin typeface="Times New Roman" panose="02020603050405020304" pitchFamily="18" charset="0"/>
                <a:cs typeface="Times New Roman" panose="02020603050405020304" pitchFamily="18" charset="0"/>
                <a:hlinkClick r:id="rId3"/>
              </a:rPr>
              <a:t>https://cdn.openai.com/papers/whisper.pdf</a:t>
            </a:r>
            <a:r>
              <a:rPr lang="en-US" sz="1200" i="1" dirty="0">
                <a:latin typeface="Times New Roman" panose="02020603050405020304" pitchFamily="18" charset="0"/>
                <a:cs typeface="Times New Roman" panose="02020603050405020304" pitchFamily="18" charset="0"/>
              </a:rPr>
              <a:t> </a:t>
            </a:r>
          </a:p>
        </p:txBody>
      </p:sp>
      <p:sp>
        <p:nvSpPr>
          <p:cNvPr id="7" name="Content Placeholder 2">
            <a:extLst>
              <a:ext uri="{FF2B5EF4-FFF2-40B4-BE49-F238E27FC236}">
                <a16:creationId xmlns:a16="http://schemas.microsoft.com/office/drawing/2014/main" id="{4E48ACB5-37D4-4B9F-9379-E6786E547E20}"/>
              </a:ext>
            </a:extLst>
          </p:cNvPr>
          <p:cNvSpPr txBox="1">
            <a:spLocks/>
          </p:cNvSpPr>
          <p:nvPr/>
        </p:nvSpPr>
        <p:spPr>
          <a:xfrm>
            <a:off x="3325171" y="5204832"/>
            <a:ext cx="5029200" cy="1014963"/>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17: </a:t>
            </a:r>
            <a:r>
              <a:rPr lang="en-US" sz="1500" i="1" dirty="0" err="1">
                <a:latin typeface="+mj-lt"/>
                <a:ea typeface="Arial" panose="020B0604020202020204" pitchFamily="34" charset="0"/>
              </a:rPr>
              <a:t>Kiến</a:t>
            </a:r>
            <a:r>
              <a:rPr lang="en-US" sz="1500" i="1" dirty="0">
                <a:latin typeface="+mj-lt"/>
                <a:ea typeface="Arial" panose="020B0604020202020204" pitchFamily="34" charset="0"/>
              </a:rPr>
              <a:t> </a:t>
            </a:r>
            <a:r>
              <a:rPr lang="en-US" sz="1500" i="1" dirty="0" err="1">
                <a:latin typeface="+mj-lt"/>
                <a:ea typeface="Arial" panose="020B0604020202020204" pitchFamily="34" charset="0"/>
              </a:rPr>
              <a:t>trúc</a:t>
            </a:r>
            <a:r>
              <a:rPr lang="en-US" sz="1500" i="1" dirty="0">
                <a:latin typeface="+mj-lt"/>
                <a:ea typeface="Arial" panose="020B0604020202020204" pitchFamily="34" charset="0"/>
              </a:rPr>
              <a:t> </a:t>
            </a:r>
            <a:r>
              <a:rPr lang="en-US" sz="1500" i="1" dirty="0" err="1">
                <a:latin typeface="+mj-lt"/>
                <a:ea typeface="Arial" panose="020B0604020202020204" pitchFamily="34" charset="0"/>
              </a:rPr>
              <a:t>mạng</a:t>
            </a:r>
            <a:r>
              <a:rPr lang="en-US" sz="1500" i="1" dirty="0">
                <a:latin typeface="+mj-lt"/>
                <a:ea typeface="Arial" panose="020B0604020202020204" pitchFamily="34" charset="0"/>
              </a:rPr>
              <a:t> </a:t>
            </a:r>
            <a:r>
              <a:rPr lang="en-US" sz="1500" i="1" dirty="0" err="1">
                <a:latin typeface="+mj-lt"/>
                <a:ea typeface="Arial" panose="020B0604020202020204" pitchFamily="34" charset="0"/>
              </a:rPr>
              <a:t>nhận</a:t>
            </a:r>
            <a:r>
              <a:rPr lang="en-US" sz="1500" i="1" dirty="0">
                <a:latin typeface="+mj-lt"/>
                <a:ea typeface="Arial" panose="020B0604020202020204" pitchFamily="34" charset="0"/>
              </a:rPr>
              <a:t> </a:t>
            </a:r>
            <a:r>
              <a:rPr lang="en-US" sz="1500" i="1" dirty="0" err="1">
                <a:latin typeface="+mj-lt"/>
                <a:ea typeface="Arial" panose="020B0604020202020204" pitchFamily="34" charset="0"/>
              </a:rPr>
              <a:t>dạng</a:t>
            </a:r>
            <a:r>
              <a:rPr lang="en-US" sz="1500" i="1" dirty="0">
                <a:latin typeface="+mj-lt"/>
                <a:ea typeface="Arial" panose="020B0604020202020204" pitchFamily="34" charset="0"/>
              </a:rPr>
              <a:t> </a:t>
            </a:r>
            <a:r>
              <a:rPr lang="en-US" sz="1500" i="1" dirty="0" err="1">
                <a:latin typeface="+mj-lt"/>
                <a:ea typeface="Arial" panose="020B0604020202020204" pitchFamily="34" charset="0"/>
              </a:rPr>
              <a:t>âm</a:t>
            </a:r>
            <a:r>
              <a:rPr lang="en-US" sz="1500" i="1" dirty="0">
                <a:latin typeface="+mj-lt"/>
                <a:ea typeface="Arial" panose="020B0604020202020204" pitchFamily="34" charset="0"/>
              </a:rPr>
              <a:t> </a:t>
            </a:r>
            <a:r>
              <a:rPr lang="en-US" sz="1500" i="1" dirty="0" err="1">
                <a:latin typeface="+mj-lt"/>
                <a:ea typeface="Arial" panose="020B0604020202020204" pitchFamily="34" charset="0"/>
              </a:rPr>
              <a:t>thanh</a:t>
            </a:r>
            <a:r>
              <a:rPr lang="en-US" sz="1500" i="1" dirty="0">
                <a:latin typeface="+mj-lt"/>
                <a:ea typeface="Arial" panose="020B0604020202020204" pitchFamily="34" charset="0"/>
              </a:rPr>
              <a:t> </a:t>
            </a:r>
            <a:r>
              <a:rPr lang="en-US" sz="1500" i="1" dirty="0" err="1">
                <a:latin typeface="+mj-lt"/>
                <a:ea typeface="Arial" panose="020B0604020202020204" pitchFamily="34" charset="0"/>
              </a:rPr>
              <a:t>theo</a:t>
            </a:r>
            <a:r>
              <a:rPr lang="en-US" sz="1500" i="1" dirty="0">
                <a:latin typeface="+mj-lt"/>
                <a:ea typeface="Arial" panose="020B0604020202020204" pitchFamily="34" charset="0"/>
              </a:rPr>
              <a:t> </a:t>
            </a:r>
            <a:r>
              <a:rPr lang="en-US" sz="1500" i="1" dirty="0" err="1">
                <a:latin typeface="+mj-lt"/>
                <a:ea typeface="Arial" panose="020B0604020202020204" pitchFamily="34" charset="0"/>
              </a:rPr>
              <a:t>giải</a:t>
            </a:r>
            <a:r>
              <a:rPr lang="en-US" sz="1500" i="1" dirty="0">
                <a:latin typeface="+mj-lt"/>
                <a:ea typeface="Arial" panose="020B0604020202020204" pitchFamily="34" charset="0"/>
              </a:rPr>
              <a:t> </a:t>
            </a:r>
            <a:r>
              <a:rPr lang="en-US" sz="1500" i="1" dirty="0" err="1">
                <a:latin typeface="+mj-lt"/>
                <a:ea typeface="Arial" panose="020B0604020202020204" pitchFamily="34" charset="0"/>
              </a:rPr>
              <a:t>pháp</a:t>
            </a:r>
            <a:r>
              <a:rPr lang="en-US" sz="1500" i="1" dirty="0">
                <a:latin typeface="+mj-lt"/>
                <a:ea typeface="Arial" panose="020B0604020202020204" pitchFamily="34" charset="0"/>
              </a:rPr>
              <a:t> Whisper</a:t>
            </a:r>
            <a:endParaRPr lang="en-US" i="1" dirty="0">
              <a:latin typeface="+mj-lt"/>
            </a:endParaRPr>
          </a:p>
        </p:txBody>
      </p:sp>
    </p:spTree>
    <p:extLst>
      <p:ext uri="{BB962C8B-B14F-4D97-AF65-F5344CB8AC3E}">
        <p14:creationId xmlns:p14="http://schemas.microsoft.com/office/powerpoint/2010/main" val="26382811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E177-12DD-4EBD-81EB-4E821902717F}"/>
              </a:ext>
            </a:extLst>
          </p:cNvPr>
          <p:cNvSpPr>
            <a:spLocks noGrp="1"/>
          </p:cNvSpPr>
          <p:nvPr>
            <p:ph type="title"/>
          </p:nvPr>
        </p:nvSpPr>
        <p:spPr/>
        <p:txBody>
          <a:bodyPr/>
          <a:lstStyle/>
          <a:p>
            <a:r>
              <a:rPr lang="en-US"/>
              <a:t>Mô hình nhận dạng âm thanh (STT)</a:t>
            </a:r>
          </a:p>
        </p:txBody>
      </p:sp>
      <p:sp>
        <p:nvSpPr>
          <p:cNvPr id="3" name="Content Placeholder 2">
            <a:extLst>
              <a:ext uri="{FF2B5EF4-FFF2-40B4-BE49-F238E27FC236}">
                <a16:creationId xmlns:a16="http://schemas.microsoft.com/office/drawing/2014/main" id="{55014A1E-A846-49F8-B89C-74002D9B8974}"/>
              </a:ext>
            </a:extLst>
          </p:cNvPr>
          <p:cNvSpPr>
            <a:spLocks noGrp="1"/>
          </p:cNvSpPr>
          <p:nvPr>
            <p:ph idx="1"/>
          </p:nvPr>
        </p:nvSpPr>
        <p:spPr>
          <a:xfrm>
            <a:off x="274983" y="1143000"/>
            <a:ext cx="8481215" cy="4385994"/>
          </a:xfrm>
        </p:spPr>
        <p:txBody>
          <a:bodyPr>
            <a:normAutofit fontScale="62500" lnSpcReduction="20000"/>
          </a:bodyPr>
          <a:lstStyle/>
          <a:p>
            <a:pPr>
              <a:lnSpc>
                <a:spcPct val="140000"/>
              </a:lnSpc>
              <a:spcBef>
                <a:spcPts val="0"/>
              </a:spcBef>
            </a:pPr>
            <a:r>
              <a:rPr lang="en-US" dirty="0" err="1">
                <a:latin typeface="+mj-lt"/>
              </a:rPr>
              <a:t>Dữ</a:t>
            </a:r>
            <a:r>
              <a:rPr lang="en-US" dirty="0">
                <a:latin typeface="+mj-lt"/>
              </a:rPr>
              <a:t> </a:t>
            </a:r>
            <a:r>
              <a:rPr lang="en-US" dirty="0" err="1">
                <a:latin typeface="+mj-lt"/>
              </a:rPr>
              <a:t>liệu</a:t>
            </a:r>
            <a:r>
              <a:rPr lang="en-US" dirty="0">
                <a:latin typeface="+mj-lt"/>
              </a:rPr>
              <a:t>:</a:t>
            </a:r>
          </a:p>
          <a:p>
            <a:pPr lvl="1">
              <a:lnSpc>
                <a:spcPct val="140000"/>
              </a:lnSpc>
              <a:spcBef>
                <a:spcPts val="0"/>
              </a:spcBef>
            </a:pPr>
            <a:r>
              <a:rPr lang="en-US" dirty="0" err="1"/>
              <a:t>Nhóm</a:t>
            </a:r>
            <a:r>
              <a:rPr lang="en-US" dirty="0"/>
              <a:t> </a:t>
            </a:r>
            <a:r>
              <a:rPr lang="en-US" dirty="0" err="1"/>
              <a:t>đã</a:t>
            </a:r>
            <a:r>
              <a:rPr lang="en-US" dirty="0"/>
              <a:t> </a:t>
            </a:r>
            <a:r>
              <a:rPr lang="en-US" dirty="0" err="1"/>
              <a:t>xây</a:t>
            </a:r>
            <a:r>
              <a:rPr lang="en-US" dirty="0"/>
              <a:t> </a:t>
            </a:r>
            <a:r>
              <a:rPr lang="en-US" dirty="0" err="1"/>
              <a:t>dựng</a:t>
            </a:r>
            <a:r>
              <a:rPr lang="en-US" dirty="0"/>
              <a:t> </a:t>
            </a:r>
            <a:r>
              <a:rPr lang="en-US" dirty="0" err="1"/>
              <a:t>bộ</a:t>
            </a:r>
            <a:r>
              <a:rPr lang="en-US" dirty="0"/>
              <a:t> </a:t>
            </a:r>
            <a:r>
              <a:rPr lang="en-US" dirty="0" err="1"/>
              <a:t>dữ</a:t>
            </a:r>
            <a:r>
              <a:rPr lang="en-US" dirty="0"/>
              <a:t> </a:t>
            </a:r>
            <a:r>
              <a:rPr lang="en-US" dirty="0" err="1"/>
              <a:t>liệu</a:t>
            </a:r>
            <a:r>
              <a:rPr lang="en-US" dirty="0"/>
              <a:t> 2,000 </a:t>
            </a:r>
            <a:r>
              <a:rPr lang="en-US" dirty="0" err="1"/>
              <a:t>giờ</a:t>
            </a:r>
            <a:r>
              <a:rPr lang="en-US" dirty="0"/>
              <a:t> </a:t>
            </a:r>
            <a:r>
              <a:rPr lang="en-US" dirty="0" err="1"/>
              <a:t>các</a:t>
            </a:r>
            <a:r>
              <a:rPr lang="en-US" dirty="0"/>
              <a:t> file </a:t>
            </a:r>
            <a:r>
              <a:rPr lang="en-US" dirty="0" err="1"/>
              <a:t>âm</a:t>
            </a:r>
            <a:r>
              <a:rPr lang="en-US" dirty="0"/>
              <a:t> </a:t>
            </a:r>
            <a:r>
              <a:rPr lang="en-US" dirty="0" err="1"/>
              <a:t>thanh</a:t>
            </a:r>
            <a:r>
              <a:rPr lang="en-US" dirty="0"/>
              <a:t> – </a:t>
            </a:r>
            <a:r>
              <a:rPr lang="en-US" dirty="0" err="1"/>
              <a:t>văn</a:t>
            </a:r>
            <a:r>
              <a:rPr lang="en-US" dirty="0"/>
              <a:t> </a:t>
            </a:r>
            <a:r>
              <a:rPr lang="en-US" dirty="0" err="1"/>
              <a:t>bản</a:t>
            </a:r>
            <a:r>
              <a:rPr lang="en-US" dirty="0"/>
              <a:t>.</a:t>
            </a:r>
          </a:p>
          <a:p>
            <a:pPr marL="457200" lvl="1" indent="0">
              <a:lnSpc>
                <a:spcPct val="140000"/>
              </a:lnSpc>
              <a:spcBef>
                <a:spcPts val="0"/>
              </a:spcBef>
              <a:buNone/>
            </a:pPr>
            <a:endParaRPr lang="en-US" dirty="0"/>
          </a:p>
          <a:p>
            <a:pPr>
              <a:lnSpc>
                <a:spcPct val="140000"/>
              </a:lnSpc>
              <a:spcBef>
                <a:spcPts val="0"/>
              </a:spcBef>
            </a:pPr>
            <a:r>
              <a:rPr lang="en-US" dirty="0" err="1">
                <a:latin typeface="+mj-lt"/>
              </a:rPr>
              <a:t>Máy</a:t>
            </a:r>
            <a:r>
              <a:rPr lang="en-US" dirty="0">
                <a:latin typeface="+mj-lt"/>
              </a:rPr>
              <a:t> </a:t>
            </a:r>
            <a:r>
              <a:rPr lang="en-US" dirty="0" err="1">
                <a:latin typeface="+mj-lt"/>
              </a:rPr>
              <a:t>tính</a:t>
            </a:r>
            <a:r>
              <a:rPr lang="en-US" dirty="0">
                <a:latin typeface="+mj-lt"/>
              </a:rPr>
              <a:t> </a:t>
            </a:r>
            <a:r>
              <a:rPr lang="en-US" dirty="0" err="1">
                <a:latin typeface="+mj-lt"/>
              </a:rPr>
              <a:t>hiệu</a:t>
            </a:r>
            <a:r>
              <a:rPr lang="en-US" dirty="0">
                <a:latin typeface="+mj-lt"/>
              </a:rPr>
              <a:t> </a:t>
            </a:r>
            <a:r>
              <a:rPr lang="en-US" dirty="0" err="1">
                <a:latin typeface="+mj-lt"/>
              </a:rPr>
              <a:t>năng</a:t>
            </a:r>
            <a:r>
              <a:rPr lang="en-US" dirty="0">
                <a:latin typeface="+mj-lt"/>
              </a:rPr>
              <a:t> </a:t>
            </a:r>
            <a:r>
              <a:rPr lang="en-US" dirty="0" err="1">
                <a:latin typeface="+mj-lt"/>
              </a:rPr>
              <a:t>cao</a:t>
            </a:r>
            <a:r>
              <a:rPr lang="en-US" dirty="0">
                <a:latin typeface="+mj-lt"/>
              </a:rPr>
              <a:t> (HPC) </a:t>
            </a:r>
            <a:r>
              <a:rPr lang="en-US" dirty="0" err="1">
                <a:latin typeface="+mj-lt"/>
              </a:rPr>
              <a:t>hỗ</a:t>
            </a:r>
            <a:r>
              <a:rPr lang="en-US" dirty="0">
                <a:latin typeface="+mj-lt"/>
              </a:rPr>
              <a:t> </a:t>
            </a:r>
            <a:r>
              <a:rPr lang="en-US" dirty="0" err="1">
                <a:latin typeface="+mj-lt"/>
              </a:rPr>
              <a:t>trợ</a:t>
            </a:r>
            <a:r>
              <a:rPr lang="en-US" dirty="0">
                <a:latin typeface="+mj-lt"/>
              </a:rPr>
              <a:t> </a:t>
            </a:r>
            <a:r>
              <a:rPr lang="en-US" dirty="0" err="1">
                <a:latin typeface="+mj-lt"/>
              </a:rPr>
              <a:t>bởi</a:t>
            </a:r>
            <a:r>
              <a:rPr lang="en-US" dirty="0">
                <a:latin typeface="+mj-lt"/>
              </a:rPr>
              <a:t> </a:t>
            </a:r>
            <a:r>
              <a:rPr lang="sv-SE" b="1" dirty="0">
                <a:latin typeface="+mj-lt"/>
              </a:rPr>
              <a:t>Intelligent Integration Co., Ltd. (INT²).</a:t>
            </a:r>
            <a:endParaRPr lang="en-US" dirty="0">
              <a:latin typeface="+mj-lt"/>
            </a:endParaRPr>
          </a:p>
          <a:p>
            <a:pPr lvl="1">
              <a:lnSpc>
                <a:spcPct val="140000"/>
              </a:lnSpc>
              <a:spcBef>
                <a:spcPts val="0"/>
              </a:spcBef>
            </a:pPr>
            <a:r>
              <a:rPr lang="pt-BR" b="1" dirty="0"/>
              <a:t>HGX A100</a:t>
            </a:r>
            <a:r>
              <a:rPr lang="pt-BR" dirty="0"/>
              <a:t>: 8 x NVIDIA A100 SXM4 40GB, 1TB RAM.</a:t>
            </a:r>
          </a:p>
          <a:p>
            <a:pPr lvl="1">
              <a:lnSpc>
                <a:spcPct val="140000"/>
              </a:lnSpc>
              <a:spcBef>
                <a:spcPts val="0"/>
              </a:spcBef>
            </a:pPr>
            <a:r>
              <a:rPr lang="pt-BR" b="1" dirty="0"/>
              <a:t>A100 VM</a:t>
            </a:r>
            <a:r>
              <a:rPr lang="pt-BR" dirty="0"/>
              <a:t>: 1 x NVIDIA A100 </a:t>
            </a:r>
            <a:r>
              <a:rPr lang="pt-BR" dirty="0" err="1"/>
              <a:t>PCIe</a:t>
            </a:r>
            <a:r>
              <a:rPr lang="pt-BR" dirty="0"/>
              <a:t> 40GB, 64GB RAM.</a:t>
            </a:r>
            <a:endParaRPr lang="en-US" dirty="0"/>
          </a:p>
          <a:p>
            <a:pPr>
              <a:lnSpc>
                <a:spcPct val="140000"/>
              </a:lnSpc>
              <a:spcBef>
                <a:spcPts val="0"/>
              </a:spcBef>
            </a:pPr>
            <a:endParaRPr lang="en-US" dirty="0">
              <a:latin typeface="+mj-lt"/>
            </a:endParaRPr>
          </a:p>
          <a:p>
            <a:pPr>
              <a:lnSpc>
                <a:spcPct val="140000"/>
              </a:lnSpc>
              <a:spcBef>
                <a:spcPts val="0"/>
              </a:spcBef>
            </a:pPr>
            <a:r>
              <a:rPr lang="en-US" dirty="0" err="1">
                <a:latin typeface="+mj-lt"/>
              </a:rPr>
              <a:t>Đã</a:t>
            </a:r>
            <a:r>
              <a:rPr lang="en-US" dirty="0">
                <a:latin typeface="+mj-lt"/>
              </a:rPr>
              <a:t> </a:t>
            </a:r>
            <a:r>
              <a:rPr lang="en-US" dirty="0" err="1">
                <a:latin typeface="+mj-lt"/>
              </a:rPr>
              <a:t>huấn</a:t>
            </a:r>
            <a:r>
              <a:rPr lang="en-US" dirty="0">
                <a:latin typeface="+mj-lt"/>
              </a:rPr>
              <a:t> </a:t>
            </a:r>
            <a:r>
              <a:rPr lang="en-US" dirty="0" err="1">
                <a:latin typeface="+mj-lt"/>
              </a:rPr>
              <a:t>luyện</a:t>
            </a:r>
            <a:r>
              <a:rPr lang="en-US" dirty="0">
                <a:latin typeface="+mj-lt"/>
              </a:rPr>
              <a:t> </a:t>
            </a:r>
            <a:r>
              <a:rPr lang="en-US" dirty="0" err="1">
                <a:latin typeface="+mj-lt"/>
              </a:rPr>
              <a:t>thử</a:t>
            </a:r>
            <a:r>
              <a:rPr lang="en-US" dirty="0">
                <a:latin typeface="+mj-lt"/>
              </a:rPr>
              <a:t> </a:t>
            </a:r>
            <a:r>
              <a:rPr lang="en-US" dirty="0" err="1">
                <a:latin typeface="+mj-lt"/>
              </a:rPr>
              <a:t>nghiệm</a:t>
            </a:r>
            <a:r>
              <a:rPr lang="en-US" dirty="0">
                <a:latin typeface="+mj-lt"/>
              </a:rPr>
              <a:t> </a:t>
            </a:r>
            <a:r>
              <a:rPr lang="en-US" dirty="0" err="1">
                <a:latin typeface="+mj-lt"/>
              </a:rPr>
              <a:t>mô</a:t>
            </a:r>
            <a:r>
              <a:rPr lang="en-US" dirty="0">
                <a:latin typeface="+mj-lt"/>
              </a:rPr>
              <a:t> </a:t>
            </a:r>
            <a:r>
              <a:rPr lang="en-US" dirty="0" err="1">
                <a:latin typeface="+mj-lt"/>
              </a:rPr>
              <a:t>hình</a:t>
            </a:r>
            <a:r>
              <a:rPr lang="en-US" dirty="0">
                <a:latin typeface="+mj-lt"/>
              </a:rPr>
              <a:t> Wav2letter</a:t>
            </a:r>
          </a:p>
          <a:p>
            <a:pPr lvl="1">
              <a:lnSpc>
                <a:spcPct val="140000"/>
              </a:lnSpc>
              <a:spcBef>
                <a:spcPts val="0"/>
              </a:spcBef>
            </a:pPr>
            <a:r>
              <a:rPr lang="en-US" dirty="0" err="1"/>
              <a:t>Giọng</a:t>
            </a:r>
            <a:r>
              <a:rPr lang="en-US" dirty="0"/>
              <a:t> </a:t>
            </a:r>
            <a:r>
              <a:rPr lang="en-US" dirty="0" err="1"/>
              <a:t>Bắc</a:t>
            </a:r>
            <a:r>
              <a:rPr lang="en-US" dirty="0"/>
              <a:t>/Trung/Nam – 93/88/91% (WER).</a:t>
            </a:r>
          </a:p>
          <a:p>
            <a:pPr lvl="1">
              <a:lnSpc>
                <a:spcPct val="140000"/>
              </a:lnSpc>
              <a:spcBef>
                <a:spcPts val="0"/>
              </a:spcBef>
            </a:pPr>
            <a:r>
              <a:rPr lang="en-US" dirty="0" err="1"/>
              <a:t>Triển</a:t>
            </a:r>
            <a:r>
              <a:rPr lang="en-US" dirty="0"/>
              <a:t> </a:t>
            </a:r>
            <a:r>
              <a:rPr lang="en-US" dirty="0" err="1"/>
              <a:t>khai</a:t>
            </a:r>
            <a:r>
              <a:rPr lang="en-US" dirty="0"/>
              <a:t>: </a:t>
            </a:r>
            <a:r>
              <a:rPr lang="en-US" dirty="0">
                <a:hlinkClick r:id="rId2"/>
              </a:rPr>
              <a:t>https://asr.hpda.vn/</a:t>
            </a:r>
            <a:r>
              <a:rPr lang="en-US" dirty="0"/>
              <a:t> </a:t>
            </a:r>
          </a:p>
          <a:p>
            <a:pPr lvl="1">
              <a:lnSpc>
                <a:spcPct val="140000"/>
              </a:lnSpc>
              <a:spcBef>
                <a:spcPts val="0"/>
              </a:spcBef>
            </a:pPr>
            <a:r>
              <a:rPr lang="en-US" dirty="0" err="1"/>
              <a:t>Nhược</a:t>
            </a:r>
            <a:r>
              <a:rPr lang="en-US" dirty="0"/>
              <a:t> </a:t>
            </a:r>
            <a:r>
              <a:rPr lang="en-US" dirty="0" err="1"/>
              <a:t>điểm</a:t>
            </a:r>
            <a:r>
              <a:rPr lang="en-US" dirty="0"/>
              <a:t>: </a:t>
            </a:r>
            <a:r>
              <a:rPr lang="en-US" dirty="0" err="1"/>
              <a:t>Mô</a:t>
            </a:r>
            <a:r>
              <a:rPr lang="en-US" dirty="0"/>
              <a:t> </a:t>
            </a:r>
            <a:r>
              <a:rPr lang="en-US" dirty="0" err="1"/>
              <a:t>hình</a:t>
            </a:r>
            <a:r>
              <a:rPr lang="en-US" dirty="0"/>
              <a:t> </a:t>
            </a:r>
            <a:r>
              <a:rPr lang="en-US" dirty="0" err="1"/>
              <a:t>lớn</a:t>
            </a:r>
            <a:r>
              <a:rPr lang="en-US" dirty="0"/>
              <a:t> &gt;1G, </a:t>
            </a:r>
            <a:r>
              <a:rPr lang="en-US" dirty="0" err="1"/>
              <a:t>khó</a:t>
            </a:r>
            <a:r>
              <a:rPr lang="en-US" dirty="0"/>
              <a:t> </a:t>
            </a:r>
            <a:r>
              <a:rPr lang="en-US" dirty="0" err="1"/>
              <a:t>triển</a:t>
            </a:r>
            <a:r>
              <a:rPr lang="en-US" dirty="0"/>
              <a:t> </a:t>
            </a:r>
            <a:r>
              <a:rPr lang="en-US" dirty="0" err="1"/>
              <a:t>khai</a:t>
            </a:r>
            <a:r>
              <a:rPr lang="en-US" dirty="0"/>
              <a:t> </a:t>
            </a:r>
            <a:r>
              <a:rPr lang="en-US" dirty="0" err="1"/>
              <a:t>lên</a:t>
            </a:r>
            <a:r>
              <a:rPr lang="en-US" dirty="0"/>
              <a:t> </a:t>
            </a:r>
            <a:r>
              <a:rPr lang="en-US" dirty="0" err="1"/>
              <a:t>điện</a:t>
            </a:r>
            <a:r>
              <a:rPr lang="en-US" dirty="0"/>
              <a:t> </a:t>
            </a:r>
            <a:r>
              <a:rPr lang="en-US" dirty="0" err="1"/>
              <a:t>thoại</a:t>
            </a:r>
            <a:r>
              <a:rPr lang="en-US" dirty="0"/>
              <a:t> Android.</a:t>
            </a:r>
          </a:p>
        </p:txBody>
      </p:sp>
      <p:sp>
        <p:nvSpPr>
          <p:cNvPr id="4" name="Slide Number Placeholder 3">
            <a:extLst>
              <a:ext uri="{FF2B5EF4-FFF2-40B4-BE49-F238E27FC236}">
                <a16:creationId xmlns:a16="http://schemas.microsoft.com/office/drawing/2014/main" id="{F0FC8F58-A595-495E-B221-C6B342DA4E1A}"/>
              </a:ext>
            </a:extLst>
          </p:cNvPr>
          <p:cNvSpPr>
            <a:spLocks noGrp="1"/>
          </p:cNvSpPr>
          <p:nvPr>
            <p:ph type="sldNum" sz="quarter" idx="11"/>
          </p:nvPr>
        </p:nvSpPr>
        <p:spPr/>
        <p:txBody>
          <a:bodyPr/>
          <a:lstStyle/>
          <a:p>
            <a:pPr>
              <a:defRPr/>
            </a:pPr>
            <a:fld id="{E9BFE15A-3346-4571-882B-EB624BC8BD4C}" type="slidenum">
              <a:rPr lang="en-US" smtClean="0"/>
              <a:pPr>
                <a:defRPr/>
              </a:pPr>
              <a:t>27</a:t>
            </a:fld>
            <a:endParaRPr lang="en-US" dirty="0"/>
          </a:p>
        </p:txBody>
      </p:sp>
    </p:spTree>
    <p:extLst>
      <p:ext uri="{BB962C8B-B14F-4D97-AF65-F5344CB8AC3E}">
        <p14:creationId xmlns:p14="http://schemas.microsoft.com/office/powerpoint/2010/main" val="39840258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72FBB-36FA-40AD-BCA0-EA3A69CD9E95}"/>
              </a:ext>
            </a:extLst>
          </p:cNvPr>
          <p:cNvSpPr>
            <a:spLocks noGrp="1"/>
          </p:cNvSpPr>
          <p:nvPr>
            <p:ph type="title"/>
          </p:nvPr>
        </p:nvSpPr>
        <p:spPr/>
        <p:txBody>
          <a:bodyPr/>
          <a:lstStyle/>
          <a:p>
            <a:r>
              <a:rPr lang="en-US"/>
              <a:t>Tổng hợp âm thanh (TTS)</a:t>
            </a:r>
          </a:p>
        </p:txBody>
      </p:sp>
      <p:sp>
        <p:nvSpPr>
          <p:cNvPr id="3" name="Content Placeholder 2">
            <a:extLst>
              <a:ext uri="{FF2B5EF4-FFF2-40B4-BE49-F238E27FC236}">
                <a16:creationId xmlns:a16="http://schemas.microsoft.com/office/drawing/2014/main" id="{123D762E-9CF1-4E35-86B8-6A2D26E8C7EB}"/>
              </a:ext>
            </a:extLst>
          </p:cNvPr>
          <p:cNvSpPr>
            <a:spLocks noGrp="1"/>
          </p:cNvSpPr>
          <p:nvPr>
            <p:ph idx="1"/>
          </p:nvPr>
        </p:nvSpPr>
        <p:spPr>
          <a:xfrm>
            <a:off x="457200" y="1228725"/>
            <a:ext cx="5791200" cy="5248275"/>
          </a:xfrm>
        </p:spPr>
        <p:txBody>
          <a:bodyPr/>
          <a:lstStyle/>
          <a:p>
            <a:r>
              <a:rPr lang="en-US" sz="2000" dirty="0" err="1"/>
              <a:t>Tổng</a:t>
            </a:r>
            <a:r>
              <a:rPr lang="en-US" sz="2000" dirty="0"/>
              <a:t> </a:t>
            </a:r>
            <a:r>
              <a:rPr lang="en-US" sz="2000" dirty="0" err="1"/>
              <a:t>hợp</a:t>
            </a:r>
            <a:r>
              <a:rPr lang="en-US" sz="2000" dirty="0"/>
              <a:t> </a:t>
            </a:r>
            <a:r>
              <a:rPr lang="en-US" sz="2000" dirty="0" err="1"/>
              <a:t>âm</a:t>
            </a:r>
            <a:r>
              <a:rPr lang="en-US" sz="2000" dirty="0"/>
              <a:t> </a:t>
            </a:r>
            <a:r>
              <a:rPr lang="en-US" sz="2000" dirty="0" err="1"/>
              <a:t>thanh</a:t>
            </a:r>
            <a:r>
              <a:rPr lang="en-US" sz="2000" dirty="0"/>
              <a:t> </a:t>
            </a:r>
            <a:r>
              <a:rPr lang="en-US" sz="2000" dirty="0" err="1"/>
              <a:t>từ</a:t>
            </a:r>
            <a:r>
              <a:rPr lang="en-US" sz="2000" dirty="0"/>
              <a:t> </a:t>
            </a:r>
            <a:r>
              <a:rPr lang="en-US" sz="2000" dirty="0" err="1"/>
              <a:t>văn</a:t>
            </a:r>
            <a:r>
              <a:rPr lang="en-US" sz="2000" dirty="0"/>
              <a:t> </a:t>
            </a:r>
            <a:r>
              <a:rPr lang="en-US" sz="2000" dirty="0" err="1"/>
              <a:t>bản</a:t>
            </a:r>
            <a:endParaRPr lang="en-US" sz="2000" dirty="0"/>
          </a:p>
          <a:p>
            <a:pPr lvl="1"/>
            <a:r>
              <a:rPr lang="en-US" sz="2000" dirty="0" err="1"/>
              <a:t>Đầu</a:t>
            </a:r>
            <a:r>
              <a:rPr lang="en-US" sz="2000" dirty="0"/>
              <a:t> </a:t>
            </a:r>
            <a:r>
              <a:rPr lang="en-US" sz="2000" dirty="0" err="1"/>
              <a:t>vào</a:t>
            </a:r>
            <a:r>
              <a:rPr lang="en-US" sz="2000" dirty="0"/>
              <a:t>: Văn </a:t>
            </a:r>
            <a:r>
              <a:rPr lang="en-US" sz="2000" dirty="0" err="1"/>
              <a:t>bản</a:t>
            </a:r>
            <a:r>
              <a:rPr lang="en-US" sz="2000" dirty="0"/>
              <a:t>.</a:t>
            </a:r>
          </a:p>
          <a:p>
            <a:pPr lvl="1"/>
            <a:r>
              <a:rPr lang="en-US" sz="2000" dirty="0" err="1"/>
              <a:t>Đầu</a:t>
            </a:r>
            <a:r>
              <a:rPr lang="en-US" sz="2000" dirty="0"/>
              <a:t> ra: </a:t>
            </a:r>
            <a:r>
              <a:rPr lang="en-US" sz="2000" dirty="0" err="1"/>
              <a:t>Âm</a:t>
            </a:r>
            <a:r>
              <a:rPr lang="en-US" sz="2000" dirty="0"/>
              <a:t> </a:t>
            </a:r>
            <a:r>
              <a:rPr lang="en-US" sz="2000" dirty="0" err="1"/>
              <a:t>thanh</a:t>
            </a:r>
            <a:r>
              <a:rPr lang="en-US" sz="2000" dirty="0"/>
              <a:t>.</a:t>
            </a:r>
          </a:p>
          <a:p>
            <a:r>
              <a:rPr lang="en-US" sz="2000" dirty="0" err="1"/>
              <a:t>Mô</a:t>
            </a:r>
            <a:r>
              <a:rPr lang="en-US" sz="2000" dirty="0"/>
              <a:t> </a:t>
            </a:r>
            <a:r>
              <a:rPr lang="en-US" sz="2000" dirty="0" err="1"/>
              <a:t>hình</a:t>
            </a:r>
            <a:r>
              <a:rPr lang="en-US" sz="2000" dirty="0"/>
              <a:t>: </a:t>
            </a:r>
            <a:r>
              <a:rPr lang="en-US" sz="2000" dirty="0" err="1"/>
              <a:t>Sử</a:t>
            </a:r>
            <a:r>
              <a:rPr lang="en-US" sz="2000" dirty="0"/>
              <a:t> </a:t>
            </a:r>
            <a:r>
              <a:rPr lang="en-US" sz="2000" dirty="0" err="1"/>
              <a:t>dụng</a:t>
            </a:r>
            <a:r>
              <a:rPr lang="en-US" sz="2000" dirty="0"/>
              <a:t> </a:t>
            </a:r>
            <a:r>
              <a:rPr lang="en-US" sz="2000" dirty="0" err="1"/>
              <a:t>Fastspeech</a:t>
            </a:r>
            <a:r>
              <a:rPr lang="en-US" sz="2000" dirty="0"/>
              <a:t> 2</a:t>
            </a:r>
          </a:p>
          <a:p>
            <a:pPr lvl="1"/>
            <a:r>
              <a:rPr lang="en-US" sz="2000" dirty="0"/>
              <a:t>Sinh </a:t>
            </a:r>
            <a:r>
              <a:rPr lang="en-US" sz="2000" dirty="0" err="1"/>
              <a:t>mel</a:t>
            </a:r>
            <a:r>
              <a:rPr lang="en-US" sz="2000" dirty="0"/>
              <a:t>-spectrograms </a:t>
            </a:r>
            <a:r>
              <a:rPr lang="en-US" sz="2000" dirty="0" err="1"/>
              <a:t>cho</a:t>
            </a:r>
            <a:r>
              <a:rPr lang="en-US" sz="2000" dirty="0"/>
              <a:t> </a:t>
            </a:r>
            <a:r>
              <a:rPr lang="en-US" sz="2000" dirty="0" err="1"/>
              <a:t>chuỗi</a:t>
            </a:r>
            <a:r>
              <a:rPr lang="en-US" sz="2000" dirty="0"/>
              <a:t> </a:t>
            </a:r>
            <a:r>
              <a:rPr lang="en-US" sz="2000" dirty="0" err="1"/>
              <a:t>văn</a:t>
            </a:r>
            <a:r>
              <a:rPr lang="en-US" sz="2000" dirty="0"/>
              <a:t> </a:t>
            </a:r>
            <a:r>
              <a:rPr lang="en-US" sz="2000" dirty="0" err="1"/>
              <a:t>bản</a:t>
            </a:r>
            <a:r>
              <a:rPr lang="en-US" sz="2000" dirty="0"/>
              <a:t> </a:t>
            </a:r>
            <a:r>
              <a:rPr lang="en-US" sz="2000" dirty="0" err="1"/>
              <a:t>đầu</a:t>
            </a:r>
            <a:r>
              <a:rPr lang="en-US" sz="2000" dirty="0"/>
              <a:t> </a:t>
            </a:r>
            <a:r>
              <a:rPr lang="en-US" sz="2000" dirty="0" err="1"/>
              <a:t>vào</a:t>
            </a:r>
            <a:r>
              <a:rPr lang="en-US" sz="2000" dirty="0"/>
              <a:t>.</a:t>
            </a:r>
          </a:p>
          <a:p>
            <a:pPr lvl="1"/>
            <a:r>
              <a:rPr lang="en-US" sz="2000" dirty="0" err="1"/>
              <a:t>Tổng</a:t>
            </a:r>
            <a:r>
              <a:rPr lang="en-US" sz="2000" dirty="0"/>
              <a:t> </a:t>
            </a:r>
            <a:r>
              <a:rPr lang="en-US" sz="2000" dirty="0" err="1"/>
              <a:t>hợp</a:t>
            </a:r>
            <a:r>
              <a:rPr lang="en-US" sz="2000" dirty="0"/>
              <a:t> </a:t>
            </a:r>
            <a:r>
              <a:rPr lang="en-US" sz="2000" dirty="0" err="1"/>
              <a:t>âm</a:t>
            </a:r>
            <a:r>
              <a:rPr lang="en-US" sz="2000" dirty="0"/>
              <a:t> </a:t>
            </a:r>
            <a:r>
              <a:rPr lang="en-US" sz="2000" dirty="0" err="1"/>
              <a:t>thanh</a:t>
            </a:r>
            <a:r>
              <a:rPr lang="en-US" sz="2000" dirty="0"/>
              <a:t> </a:t>
            </a:r>
            <a:r>
              <a:rPr lang="en-US" sz="2000" dirty="0" err="1"/>
              <a:t>từ</a:t>
            </a:r>
            <a:r>
              <a:rPr lang="en-US" sz="2000" dirty="0"/>
              <a:t> </a:t>
            </a:r>
            <a:r>
              <a:rPr lang="en-US" sz="2000" dirty="0" err="1"/>
              <a:t>mel</a:t>
            </a:r>
            <a:r>
              <a:rPr lang="en-US" sz="2000" dirty="0"/>
              <a:t>-spectrograms.</a:t>
            </a:r>
          </a:p>
          <a:p>
            <a:pPr lvl="1"/>
            <a:r>
              <a:rPr lang="en-US" sz="2000" dirty="0" err="1"/>
              <a:t>Sử</a:t>
            </a:r>
            <a:r>
              <a:rPr lang="en-US" sz="2000" dirty="0"/>
              <a:t> </a:t>
            </a:r>
            <a:r>
              <a:rPr lang="en-US" sz="2000" dirty="0" err="1"/>
              <a:t>dụng</a:t>
            </a:r>
            <a:r>
              <a:rPr lang="en-US" sz="2000" dirty="0"/>
              <a:t> </a:t>
            </a:r>
            <a:r>
              <a:rPr lang="en-US" sz="2000" dirty="0" err="1"/>
              <a:t>Tacotron</a:t>
            </a:r>
            <a:r>
              <a:rPr lang="en-US" sz="2000" dirty="0"/>
              <a:t> </a:t>
            </a:r>
            <a:r>
              <a:rPr lang="en-US" sz="2000" dirty="0" err="1"/>
              <a:t>và</a:t>
            </a:r>
            <a:r>
              <a:rPr lang="en-US" sz="2000" dirty="0"/>
              <a:t> </a:t>
            </a:r>
            <a:r>
              <a:rPr lang="en-US" sz="2000" dirty="0" err="1"/>
              <a:t>WaveNet</a:t>
            </a:r>
            <a:r>
              <a:rPr lang="en-US" sz="2000" dirty="0"/>
              <a:t>.</a:t>
            </a:r>
          </a:p>
          <a:p>
            <a:r>
              <a:rPr lang="en-US" sz="2000" dirty="0" err="1"/>
              <a:t>Bộ</a:t>
            </a:r>
            <a:r>
              <a:rPr lang="en-US" sz="2000" dirty="0"/>
              <a:t> </a:t>
            </a:r>
            <a:r>
              <a:rPr lang="en-US" sz="2000" dirty="0" err="1"/>
              <a:t>dữ</a:t>
            </a:r>
            <a:r>
              <a:rPr lang="en-US" sz="2000" dirty="0"/>
              <a:t> </a:t>
            </a:r>
            <a:r>
              <a:rPr lang="en-US" sz="2000" dirty="0" err="1"/>
              <a:t>liệu</a:t>
            </a:r>
            <a:r>
              <a:rPr lang="en-US" sz="2000" dirty="0"/>
              <a:t> VLSP/</a:t>
            </a:r>
            <a:r>
              <a:rPr lang="en-US" sz="2000" dirty="0" err="1"/>
              <a:t>HoangYen</a:t>
            </a:r>
            <a:endParaRPr lang="en-US" sz="2000" dirty="0"/>
          </a:p>
          <a:p>
            <a:r>
              <a:rPr lang="en-US" sz="2000" dirty="0" err="1"/>
              <a:t>Tạo</a:t>
            </a:r>
            <a:r>
              <a:rPr lang="en-US" sz="2000" dirty="0"/>
              <a:t> </a:t>
            </a:r>
            <a:r>
              <a:rPr lang="en-US" sz="2000" dirty="0" err="1"/>
              <a:t>bộ</a:t>
            </a:r>
            <a:r>
              <a:rPr lang="en-US" sz="2000" dirty="0"/>
              <a:t> </a:t>
            </a:r>
            <a:r>
              <a:rPr lang="en-US" sz="2000" dirty="0" err="1"/>
              <a:t>dữ</a:t>
            </a:r>
            <a:r>
              <a:rPr lang="en-US" sz="2000" dirty="0"/>
              <a:t> </a:t>
            </a:r>
            <a:r>
              <a:rPr lang="en-US" sz="2000" dirty="0" err="1"/>
              <a:t>liệu</a:t>
            </a:r>
            <a:r>
              <a:rPr lang="en-US" sz="2000" dirty="0"/>
              <a:t> </a:t>
            </a:r>
            <a:r>
              <a:rPr lang="en-US" sz="2000" dirty="0" err="1"/>
              <a:t>bổ</a:t>
            </a:r>
            <a:r>
              <a:rPr lang="en-US" sz="2000" dirty="0"/>
              <a:t> sung</a:t>
            </a:r>
          </a:p>
        </p:txBody>
      </p:sp>
      <p:pic>
        <p:nvPicPr>
          <p:cNvPr id="7" name="Picture 6">
            <a:extLst>
              <a:ext uri="{FF2B5EF4-FFF2-40B4-BE49-F238E27FC236}">
                <a16:creationId xmlns:a16="http://schemas.microsoft.com/office/drawing/2014/main" id="{6D9D0B0E-956F-474A-8B65-7B00A0AFFF5E}"/>
              </a:ext>
            </a:extLst>
          </p:cNvPr>
          <p:cNvPicPr>
            <a:picLocks noChangeAspect="1"/>
          </p:cNvPicPr>
          <p:nvPr/>
        </p:nvPicPr>
        <p:blipFill>
          <a:blip r:embed="rId2"/>
          <a:stretch>
            <a:fillRect/>
          </a:stretch>
        </p:blipFill>
        <p:spPr>
          <a:xfrm>
            <a:off x="6096000" y="1524000"/>
            <a:ext cx="2714625" cy="4124325"/>
          </a:xfrm>
          <a:prstGeom prst="rect">
            <a:avLst/>
          </a:prstGeom>
        </p:spPr>
      </p:pic>
      <p:sp>
        <p:nvSpPr>
          <p:cNvPr id="4" name="Slide Number Placeholder 3">
            <a:extLst>
              <a:ext uri="{FF2B5EF4-FFF2-40B4-BE49-F238E27FC236}">
                <a16:creationId xmlns:a16="http://schemas.microsoft.com/office/drawing/2014/main" id="{21DFF520-D471-42EC-A05F-936888722EBF}"/>
              </a:ext>
            </a:extLst>
          </p:cNvPr>
          <p:cNvSpPr>
            <a:spLocks noGrp="1"/>
          </p:cNvSpPr>
          <p:nvPr>
            <p:ph type="sldNum" sz="quarter" idx="11"/>
          </p:nvPr>
        </p:nvSpPr>
        <p:spPr/>
        <p:txBody>
          <a:bodyPr/>
          <a:lstStyle/>
          <a:p>
            <a:pPr>
              <a:defRPr/>
            </a:pPr>
            <a:fld id="{E9BFE15A-3346-4571-882B-EB624BC8BD4C}" type="slidenum">
              <a:rPr lang="en-US" smtClean="0"/>
              <a:pPr>
                <a:defRPr/>
              </a:pPr>
              <a:t>28</a:t>
            </a:fld>
            <a:endParaRPr lang="en-US" dirty="0"/>
          </a:p>
        </p:txBody>
      </p:sp>
      <p:sp>
        <p:nvSpPr>
          <p:cNvPr id="6" name="Content Placeholder 2">
            <a:extLst>
              <a:ext uri="{FF2B5EF4-FFF2-40B4-BE49-F238E27FC236}">
                <a16:creationId xmlns:a16="http://schemas.microsoft.com/office/drawing/2014/main" id="{8A126D83-161B-4D34-B584-D7B605DD8300}"/>
              </a:ext>
            </a:extLst>
          </p:cNvPr>
          <p:cNvSpPr txBox="1">
            <a:spLocks/>
          </p:cNvSpPr>
          <p:nvPr/>
        </p:nvSpPr>
        <p:spPr>
          <a:xfrm>
            <a:off x="4800600" y="5628447"/>
            <a:ext cx="4343400" cy="680520"/>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18: </a:t>
            </a:r>
            <a:r>
              <a:rPr lang="en-US" sz="1500" i="1" dirty="0" err="1">
                <a:latin typeface="+mj-lt"/>
                <a:ea typeface="Arial" panose="020B0604020202020204" pitchFamily="34" charset="0"/>
              </a:rPr>
              <a:t>Các</a:t>
            </a:r>
            <a:r>
              <a:rPr lang="en-US" sz="1500" i="1" dirty="0">
                <a:latin typeface="+mj-lt"/>
                <a:ea typeface="Arial" panose="020B0604020202020204" pitchFamily="34" charset="0"/>
              </a:rPr>
              <a:t> </a:t>
            </a:r>
            <a:r>
              <a:rPr lang="en-US" sz="1500" i="1" dirty="0" err="1">
                <a:latin typeface="+mj-lt"/>
                <a:ea typeface="Arial" panose="020B0604020202020204" pitchFamily="34" charset="0"/>
              </a:rPr>
              <a:t>thành</a:t>
            </a:r>
            <a:r>
              <a:rPr lang="en-US" sz="1500" i="1" dirty="0">
                <a:latin typeface="+mj-lt"/>
                <a:ea typeface="Arial" panose="020B0604020202020204" pitchFamily="34" charset="0"/>
              </a:rPr>
              <a:t> </a:t>
            </a:r>
            <a:r>
              <a:rPr lang="en-US" sz="1500" i="1" dirty="0" err="1">
                <a:latin typeface="+mj-lt"/>
                <a:ea typeface="Arial" panose="020B0604020202020204" pitchFamily="34" charset="0"/>
              </a:rPr>
              <a:t>phần</a:t>
            </a:r>
            <a:r>
              <a:rPr lang="en-US" sz="1500" i="1" dirty="0">
                <a:latin typeface="+mj-lt"/>
                <a:ea typeface="Arial" panose="020B0604020202020204" pitchFamily="34" charset="0"/>
              </a:rPr>
              <a:t> </a:t>
            </a:r>
            <a:r>
              <a:rPr lang="en-US" sz="1500" i="1" dirty="0" err="1">
                <a:latin typeface="+mj-lt"/>
                <a:ea typeface="Arial" panose="020B0604020202020204" pitchFamily="34" charset="0"/>
              </a:rPr>
              <a:t>của</a:t>
            </a:r>
            <a:r>
              <a:rPr lang="en-US" sz="1500" i="1" dirty="0">
                <a:latin typeface="+mj-lt"/>
                <a:ea typeface="Arial" panose="020B0604020202020204" pitchFamily="34" charset="0"/>
              </a:rPr>
              <a:t> </a:t>
            </a:r>
            <a:r>
              <a:rPr lang="en-US" sz="1500" i="1" dirty="0" err="1">
                <a:latin typeface="+mj-lt"/>
                <a:ea typeface="Arial" panose="020B0604020202020204" pitchFamily="34" charset="0"/>
              </a:rPr>
              <a:t>mô</a:t>
            </a:r>
            <a:r>
              <a:rPr lang="en-US" sz="1500" i="1" dirty="0">
                <a:latin typeface="+mj-lt"/>
                <a:ea typeface="Arial" panose="020B0604020202020204" pitchFamily="34" charset="0"/>
              </a:rPr>
              <a:t> </a:t>
            </a:r>
            <a:r>
              <a:rPr lang="en-US" sz="1500" i="1" dirty="0" err="1">
                <a:latin typeface="+mj-lt"/>
                <a:ea typeface="Arial" panose="020B0604020202020204" pitchFamily="34" charset="0"/>
              </a:rPr>
              <a:t>hình</a:t>
            </a:r>
            <a:r>
              <a:rPr lang="en-US" sz="1500" i="1" dirty="0">
                <a:latin typeface="+mj-lt"/>
                <a:ea typeface="Arial" panose="020B0604020202020204" pitchFamily="34" charset="0"/>
              </a:rPr>
              <a:t> </a:t>
            </a:r>
            <a:r>
              <a:rPr lang="en-US" sz="1500" i="1" dirty="0" err="1">
                <a:latin typeface="+mj-lt"/>
                <a:ea typeface="Arial" panose="020B0604020202020204" pitchFamily="34" charset="0"/>
              </a:rPr>
              <a:t>tổng</a:t>
            </a:r>
            <a:r>
              <a:rPr lang="en-US" sz="1500" i="1" dirty="0">
                <a:latin typeface="+mj-lt"/>
                <a:ea typeface="Arial" panose="020B0604020202020204" pitchFamily="34" charset="0"/>
              </a:rPr>
              <a:t> </a:t>
            </a:r>
            <a:r>
              <a:rPr lang="en-US" sz="1500" i="1" dirty="0" err="1">
                <a:latin typeface="+mj-lt"/>
                <a:ea typeface="Arial" panose="020B0604020202020204" pitchFamily="34" charset="0"/>
              </a:rPr>
              <a:t>hợp</a:t>
            </a:r>
            <a:r>
              <a:rPr lang="en-US" sz="1500" i="1" dirty="0">
                <a:latin typeface="+mj-lt"/>
                <a:ea typeface="Arial" panose="020B0604020202020204" pitchFamily="34" charset="0"/>
              </a:rPr>
              <a:t> </a:t>
            </a:r>
            <a:r>
              <a:rPr lang="en-US" sz="1500" i="1" dirty="0" err="1">
                <a:latin typeface="+mj-lt"/>
                <a:ea typeface="Arial" panose="020B0604020202020204" pitchFamily="34" charset="0"/>
              </a:rPr>
              <a:t>âm</a:t>
            </a:r>
            <a:r>
              <a:rPr lang="en-US" sz="1500" i="1" dirty="0">
                <a:latin typeface="+mj-lt"/>
                <a:ea typeface="Arial" panose="020B0604020202020204" pitchFamily="34" charset="0"/>
              </a:rPr>
              <a:t> </a:t>
            </a:r>
            <a:r>
              <a:rPr lang="en-US" sz="1500" i="1" dirty="0" err="1">
                <a:latin typeface="+mj-lt"/>
                <a:ea typeface="Arial" panose="020B0604020202020204" pitchFamily="34" charset="0"/>
              </a:rPr>
              <a:t>thanh</a:t>
            </a:r>
            <a:endParaRPr lang="en-US" i="1" dirty="0">
              <a:latin typeface="+mj-lt"/>
            </a:endParaRPr>
          </a:p>
        </p:txBody>
      </p:sp>
    </p:spTree>
    <p:extLst>
      <p:ext uri="{BB962C8B-B14F-4D97-AF65-F5344CB8AC3E}">
        <p14:creationId xmlns:p14="http://schemas.microsoft.com/office/powerpoint/2010/main" val="20030789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46C0-E5C7-430A-B06F-CED63667A611}"/>
              </a:ext>
            </a:extLst>
          </p:cNvPr>
          <p:cNvSpPr>
            <a:spLocks noGrp="1"/>
          </p:cNvSpPr>
          <p:nvPr>
            <p:ph type="title"/>
          </p:nvPr>
        </p:nvSpPr>
        <p:spPr/>
        <p:txBody>
          <a:bodyPr/>
          <a:lstStyle/>
          <a:p>
            <a:r>
              <a:rPr lang="en-US"/>
              <a:t>Nhận dạng đối tượng</a:t>
            </a:r>
          </a:p>
        </p:txBody>
      </p:sp>
      <p:sp>
        <p:nvSpPr>
          <p:cNvPr id="3" name="Content Placeholder 2">
            <a:extLst>
              <a:ext uri="{FF2B5EF4-FFF2-40B4-BE49-F238E27FC236}">
                <a16:creationId xmlns:a16="http://schemas.microsoft.com/office/drawing/2014/main" id="{DE902A35-FB6E-48EF-96D0-4F616B760578}"/>
              </a:ext>
            </a:extLst>
          </p:cNvPr>
          <p:cNvSpPr>
            <a:spLocks noGrp="1"/>
          </p:cNvSpPr>
          <p:nvPr>
            <p:ph idx="1"/>
          </p:nvPr>
        </p:nvSpPr>
        <p:spPr>
          <a:xfrm>
            <a:off x="207627" y="1392049"/>
            <a:ext cx="4614725" cy="4856351"/>
          </a:xfrm>
        </p:spPr>
        <p:txBody>
          <a:bodyPr>
            <a:noAutofit/>
          </a:bodyPr>
          <a:lstStyle/>
          <a:p>
            <a:r>
              <a:rPr lang="en-US" sz="2000" dirty="0" err="1">
                <a:latin typeface="+mj-lt"/>
              </a:rPr>
              <a:t>Mô</a:t>
            </a:r>
            <a:r>
              <a:rPr lang="en-US" sz="2000" dirty="0">
                <a:latin typeface="+mj-lt"/>
              </a:rPr>
              <a:t> </a:t>
            </a:r>
            <a:r>
              <a:rPr lang="en-US" sz="2000" dirty="0" err="1">
                <a:latin typeface="+mj-lt"/>
              </a:rPr>
              <a:t>hình</a:t>
            </a:r>
            <a:r>
              <a:rPr lang="en-US" sz="2000" dirty="0">
                <a:latin typeface="+mj-lt"/>
              </a:rPr>
              <a:t>: </a:t>
            </a:r>
            <a:r>
              <a:rPr lang="en-US" sz="2000" dirty="0" err="1">
                <a:latin typeface="+mj-lt"/>
              </a:rPr>
              <a:t>sử</a:t>
            </a:r>
            <a:r>
              <a:rPr lang="en-US" sz="2000" dirty="0">
                <a:latin typeface="+mj-lt"/>
              </a:rPr>
              <a:t> </a:t>
            </a:r>
            <a:r>
              <a:rPr lang="en-US" sz="2000" dirty="0" err="1">
                <a:latin typeface="+mj-lt"/>
              </a:rPr>
              <a:t>dụng</a:t>
            </a:r>
            <a:r>
              <a:rPr lang="en-US" sz="2000" dirty="0">
                <a:latin typeface="+mj-lt"/>
              </a:rPr>
              <a:t> </a:t>
            </a:r>
            <a:r>
              <a:rPr lang="en-US" sz="2000" dirty="0" err="1">
                <a:latin typeface="+mj-lt"/>
              </a:rPr>
              <a:t>mạng</a:t>
            </a:r>
            <a:r>
              <a:rPr lang="en-US" sz="2000" dirty="0">
                <a:latin typeface="+mj-lt"/>
              </a:rPr>
              <a:t> CNN </a:t>
            </a:r>
            <a:r>
              <a:rPr lang="en-US" sz="2000" dirty="0" err="1">
                <a:latin typeface="+mj-lt"/>
              </a:rPr>
              <a:t>đa</a:t>
            </a:r>
            <a:r>
              <a:rPr lang="en-US" sz="2000" dirty="0">
                <a:latin typeface="+mj-lt"/>
              </a:rPr>
              <a:t> </a:t>
            </a:r>
            <a:r>
              <a:rPr lang="en-US" sz="2000" dirty="0" err="1">
                <a:latin typeface="+mj-lt"/>
              </a:rPr>
              <a:t>nhiệm</a:t>
            </a:r>
            <a:r>
              <a:rPr lang="en-US" sz="2000" dirty="0">
                <a:latin typeface="+mj-lt"/>
              </a:rPr>
              <a:t> </a:t>
            </a:r>
            <a:r>
              <a:rPr lang="en-US" sz="2000" dirty="0" err="1">
                <a:latin typeface="+mj-lt"/>
              </a:rPr>
              <a:t>cho</a:t>
            </a:r>
            <a:r>
              <a:rPr lang="en-US" sz="2000" dirty="0">
                <a:latin typeface="+mj-lt"/>
              </a:rPr>
              <a:t> </a:t>
            </a:r>
            <a:r>
              <a:rPr lang="en-US" sz="2000" dirty="0" err="1">
                <a:latin typeface="+mj-lt"/>
              </a:rPr>
              <a:t>phát</a:t>
            </a:r>
            <a:r>
              <a:rPr lang="en-US" sz="2000" dirty="0">
                <a:latin typeface="+mj-lt"/>
              </a:rPr>
              <a:t> </a:t>
            </a:r>
            <a:r>
              <a:rPr lang="en-US" sz="2000" dirty="0" err="1">
                <a:latin typeface="+mj-lt"/>
              </a:rPr>
              <a:t>hiện</a:t>
            </a:r>
            <a:r>
              <a:rPr lang="en-US" sz="2000" dirty="0">
                <a:latin typeface="+mj-lt"/>
              </a:rPr>
              <a:t> </a:t>
            </a:r>
            <a:r>
              <a:rPr lang="en-US" sz="2000" dirty="0" err="1">
                <a:latin typeface="+mj-lt"/>
              </a:rPr>
              <a:t>và</a:t>
            </a:r>
            <a:r>
              <a:rPr lang="en-US" sz="2000" dirty="0">
                <a:latin typeface="+mj-lt"/>
              </a:rPr>
              <a:t> </a:t>
            </a:r>
            <a:r>
              <a:rPr lang="en-US" sz="2000" dirty="0" err="1">
                <a:latin typeface="+mj-lt"/>
              </a:rPr>
              <a:t>nhận</a:t>
            </a:r>
            <a:r>
              <a:rPr lang="en-US" sz="2000" dirty="0">
                <a:latin typeface="+mj-lt"/>
              </a:rPr>
              <a:t> </a:t>
            </a:r>
            <a:r>
              <a:rPr lang="en-US" sz="2000" dirty="0" err="1">
                <a:latin typeface="+mj-lt"/>
              </a:rPr>
              <a:t>dạng</a:t>
            </a:r>
            <a:r>
              <a:rPr lang="en-US" sz="2000" dirty="0">
                <a:latin typeface="+mj-lt"/>
              </a:rPr>
              <a:t> </a:t>
            </a:r>
            <a:r>
              <a:rPr lang="en-US" sz="2000" err="1">
                <a:latin typeface="+mj-lt"/>
              </a:rPr>
              <a:t>đối</a:t>
            </a:r>
            <a:r>
              <a:rPr lang="en-US" sz="2000">
                <a:latin typeface="+mj-lt"/>
              </a:rPr>
              <a:t> tượng.</a:t>
            </a:r>
            <a:endParaRPr lang="en-US" sz="2000" dirty="0">
              <a:latin typeface="+mj-lt"/>
            </a:endParaRPr>
          </a:p>
          <a:p>
            <a:r>
              <a:rPr lang="en-US" sz="2000" dirty="0" err="1">
                <a:latin typeface="+mj-lt"/>
              </a:rPr>
              <a:t>Nhận</a:t>
            </a:r>
            <a:r>
              <a:rPr lang="en-US" sz="2000" dirty="0">
                <a:latin typeface="+mj-lt"/>
              </a:rPr>
              <a:t> </a:t>
            </a:r>
            <a:r>
              <a:rPr lang="en-US" sz="2000" dirty="0" err="1">
                <a:latin typeface="+mj-lt"/>
              </a:rPr>
              <a:t>dạng</a:t>
            </a:r>
            <a:r>
              <a:rPr lang="en-US" sz="2000" dirty="0">
                <a:latin typeface="+mj-lt"/>
              </a:rPr>
              <a:t> </a:t>
            </a:r>
            <a:r>
              <a:rPr lang="en-US" sz="2000" dirty="0" err="1">
                <a:latin typeface="+mj-lt"/>
              </a:rPr>
              <a:t>tiền</a:t>
            </a:r>
            <a:endParaRPr lang="en-US" sz="2000" dirty="0">
              <a:latin typeface="+mj-lt"/>
            </a:endParaRPr>
          </a:p>
          <a:p>
            <a:pPr marL="682625" lvl="1"/>
            <a:r>
              <a:rPr lang="en-US" sz="1600" dirty="0"/>
              <a:t>3, 600 </a:t>
            </a:r>
            <a:r>
              <a:rPr lang="en-US" sz="1600" dirty="0" err="1"/>
              <a:t>hình</a:t>
            </a:r>
            <a:r>
              <a:rPr lang="en-US" sz="1600" dirty="0"/>
              <a:t> </a:t>
            </a:r>
            <a:r>
              <a:rPr lang="en-US" sz="1600" dirty="0" err="1"/>
              <a:t>ảnh</a:t>
            </a:r>
            <a:r>
              <a:rPr lang="en-US" sz="1600" dirty="0"/>
              <a:t> </a:t>
            </a:r>
            <a:r>
              <a:rPr lang="en-US" sz="1600" dirty="0" err="1"/>
              <a:t>tờ</a:t>
            </a:r>
            <a:r>
              <a:rPr lang="en-US" sz="1600" dirty="0"/>
              <a:t> </a:t>
            </a:r>
            <a:r>
              <a:rPr lang="en-US" sz="1600" dirty="0" err="1"/>
              <a:t>tiền</a:t>
            </a:r>
            <a:r>
              <a:rPr lang="en-US" sz="1600" dirty="0"/>
              <a:t> </a:t>
            </a:r>
            <a:r>
              <a:rPr lang="en-US" sz="1600" dirty="0" err="1"/>
              <a:t>với</a:t>
            </a:r>
            <a:r>
              <a:rPr lang="en-US" sz="1600" dirty="0"/>
              <a:t> 9 </a:t>
            </a:r>
            <a:r>
              <a:rPr lang="en-US" sz="1600" err="1"/>
              <a:t>mệnh</a:t>
            </a:r>
            <a:r>
              <a:rPr lang="en-US" sz="1600"/>
              <a:t> giá.</a:t>
            </a:r>
            <a:endParaRPr lang="en-US" sz="1600" dirty="0"/>
          </a:p>
          <a:p>
            <a:pPr marL="682625" lvl="1"/>
            <a:r>
              <a:rPr lang="en-US" sz="1600" dirty="0" err="1"/>
              <a:t>Gán</a:t>
            </a:r>
            <a:r>
              <a:rPr lang="en-US" sz="1600" dirty="0"/>
              <a:t> </a:t>
            </a:r>
            <a:r>
              <a:rPr lang="en-US" sz="1600" dirty="0" err="1"/>
              <a:t>nhãn</a:t>
            </a:r>
            <a:r>
              <a:rPr lang="en-US" sz="1600" dirty="0"/>
              <a:t>: </a:t>
            </a:r>
            <a:r>
              <a:rPr lang="en-US" sz="1600" dirty="0" err="1"/>
              <a:t>hình</a:t>
            </a:r>
            <a:r>
              <a:rPr lang="en-US" sz="1600" dirty="0"/>
              <a:t> bao </a:t>
            </a:r>
            <a:r>
              <a:rPr lang="en-US" sz="1600" dirty="0" err="1"/>
              <a:t>vị</a:t>
            </a:r>
            <a:r>
              <a:rPr lang="en-US" sz="1600" dirty="0"/>
              <a:t> </a:t>
            </a:r>
            <a:r>
              <a:rPr lang="en-US" sz="1600" dirty="0" err="1"/>
              <a:t>trí</a:t>
            </a:r>
            <a:r>
              <a:rPr lang="en-US" sz="1600" dirty="0"/>
              <a:t> </a:t>
            </a:r>
            <a:r>
              <a:rPr lang="en-US" sz="1600" dirty="0" err="1"/>
              <a:t>và</a:t>
            </a:r>
            <a:r>
              <a:rPr lang="en-US" sz="1600" dirty="0"/>
              <a:t> </a:t>
            </a:r>
            <a:r>
              <a:rPr lang="en-US" sz="1600" err="1"/>
              <a:t>mệnh</a:t>
            </a:r>
            <a:r>
              <a:rPr lang="en-US" sz="1600"/>
              <a:t> giá.</a:t>
            </a:r>
            <a:endParaRPr lang="en-US" sz="1600" dirty="0"/>
          </a:p>
          <a:p>
            <a:r>
              <a:rPr lang="en-US" sz="2000" dirty="0" err="1">
                <a:latin typeface="+mj-lt"/>
              </a:rPr>
              <a:t>Nhận</a:t>
            </a:r>
            <a:r>
              <a:rPr lang="en-US" sz="2000" dirty="0">
                <a:latin typeface="+mj-lt"/>
              </a:rPr>
              <a:t> </a:t>
            </a:r>
            <a:r>
              <a:rPr lang="en-US" sz="2000" dirty="0" err="1">
                <a:latin typeface="+mj-lt"/>
              </a:rPr>
              <a:t>dạng</a:t>
            </a:r>
            <a:r>
              <a:rPr lang="en-US" sz="2000" dirty="0">
                <a:latin typeface="+mj-lt"/>
              </a:rPr>
              <a:t> </a:t>
            </a:r>
            <a:r>
              <a:rPr lang="en-US" sz="2000" dirty="0" err="1">
                <a:latin typeface="+mj-lt"/>
              </a:rPr>
              <a:t>đối</a:t>
            </a:r>
            <a:r>
              <a:rPr lang="en-US" sz="2000" dirty="0">
                <a:latin typeface="+mj-lt"/>
              </a:rPr>
              <a:t> </a:t>
            </a:r>
            <a:r>
              <a:rPr lang="en-US" sz="2000" dirty="0" err="1">
                <a:latin typeface="+mj-lt"/>
              </a:rPr>
              <a:t>tượng</a:t>
            </a:r>
            <a:endParaRPr lang="en-US" sz="2000" dirty="0">
              <a:latin typeface="+mj-lt"/>
            </a:endParaRPr>
          </a:p>
          <a:p>
            <a:pPr marL="625475" lvl="1"/>
            <a:r>
              <a:rPr lang="en-US" sz="1600" dirty="0"/>
              <a:t>Thu </a:t>
            </a:r>
            <a:r>
              <a:rPr lang="en-US" sz="1600" dirty="0" err="1"/>
              <a:t>thập</a:t>
            </a:r>
            <a:r>
              <a:rPr lang="en-US" sz="1600" dirty="0"/>
              <a:t> </a:t>
            </a:r>
            <a:r>
              <a:rPr lang="en-US" sz="1600" dirty="0" err="1"/>
              <a:t>ảnh</a:t>
            </a:r>
            <a:r>
              <a:rPr lang="en-US" sz="1600" dirty="0"/>
              <a:t> </a:t>
            </a:r>
            <a:r>
              <a:rPr lang="en-US" sz="1600" dirty="0" err="1"/>
              <a:t>các</a:t>
            </a:r>
            <a:r>
              <a:rPr lang="en-US" sz="1600" dirty="0"/>
              <a:t> </a:t>
            </a:r>
            <a:r>
              <a:rPr lang="en-US" sz="1600" dirty="0" err="1"/>
              <a:t>mặt</a:t>
            </a:r>
            <a:r>
              <a:rPr lang="en-US" sz="1600" dirty="0"/>
              <a:t> </a:t>
            </a:r>
            <a:r>
              <a:rPr lang="en-US" sz="1600" dirty="0" err="1"/>
              <a:t>hàng</a:t>
            </a:r>
            <a:r>
              <a:rPr lang="en-US" sz="1600" dirty="0"/>
              <a:t> </a:t>
            </a:r>
            <a:r>
              <a:rPr lang="en-US" sz="1600" dirty="0" err="1"/>
              <a:t>phổ</a:t>
            </a:r>
            <a:r>
              <a:rPr lang="en-US" sz="1600" dirty="0"/>
              <a:t> </a:t>
            </a:r>
            <a:r>
              <a:rPr lang="en-US" sz="1600" dirty="0" err="1"/>
              <a:t>biến</a:t>
            </a:r>
            <a:r>
              <a:rPr lang="en-US" sz="1600" dirty="0"/>
              <a:t> </a:t>
            </a:r>
            <a:r>
              <a:rPr lang="en-US" sz="1600" dirty="0" err="1"/>
              <a:t>trong</a:t>
            </a:r>
            <a:r>
              <a:rPr lang="en-US" sz="1600" dirty="0"/>
              <a:t> </a:t>
            </a:r>
            <a:r>
              <a:rPr lang="en-US" sz="1600" err="1"/>
              <a:t>siêu</a:t>
            </a:r>
            <a:r>
              <a:rPr lang="en-US" sz="1600"/>
              <a:t> thị.</a:t>
            </a:r>
            <a:endParaRPr lang="en-US" sz="1600" dirty="0"/>
          </a:p>
          <a:p>
            <a:pPr marL="625475" lvl="1"/>
            <a:r>
              <a:rPr lang="en-US" sz="1600" dirty="0"/>
              <a:t>Thu </a:t>
            </a:r>
            <a:r>
              <a:rPr lang="en-US" sz="1600" dirty="0" err="1"/>
              <a:t>thập</a:t>
            </a:r>
            <a:r>
              <a:rPr lang="en-US" sz="1600" dirty="0"/>
              <a:t> </a:t>
            </a:r>
            <a:r>
              <a:rPr lang="en-US" sz="1600" dirty="0" err="1"/>
              <a:t>ảnh</a:t>
            </a:r>
            <a:r>
              <a:rPr lang="en-US" sz="1600" dirty="0"/>
              <a:t> </a:t>
            </a:r>
            <a:r>
              <a:rPr lang="en-US" sz="1600" dirty="0" err="1"/>
              <a:t>các</a:t>
            </a:r>
            <a:r>
              <a:rPr lang="en-US" sz="1600" dirty="0"/>
              <a:t> </a:t>
            </a:r>
            <a:r>
              <a:rPr lang="en-US" sz="1600" dirty="0" err="1"/>
              <a:t>đối</a:t>
            </a:r>
            <a:r>
              <a:rPr lang="en-US" sz="1600" dirty="0"/>
              <a:t> </a:t>
            </a:r>
            <a:r>
              <a:rPr lang="en-US" sz="1600" dirty="0" err="1"/>
              <a:t>tượng</a:t>
            </a:r>
            <a:r>
              <a:rPr lang="en-US" sz="1600" dirty="0"/>
              <a:t> </a:t>
            </a:r>
            <a:r>
              <a:rPr lang="en-US" sz="1600" err="1"/>
              <a:t>phổ</a:t>
            </a:r>
            <a:r>
              <a:rPr lang="en-US" sz="1600"/>
              <a:t> biến.</a:t>
            </a:r>
            <a:endParaRPr lang="en-US" sz="1600" dirty="0"/>
          </a:p>
          <a:p>
            <a:pPr marL="625475" lvl="1"/>
            <a:r>
              <a:rPr lang="en-US" sz="1600" dirty="0" err="1"/>
              <a:t>Gán</a:t>
            </a:r>
            <a:r>
              <a:rPr lang="en-US" sz="1600" dirty="0"/>
              <a:t> </a:t>
            </a:r>
            <a:r>
              <a:rPr lang="en-US" sz="1600" dirty="0" err="1"/>
              <a:t>nhãn</a:t>
            </a:r>
            <a:r>
              <a:rPr lang="en-US" sz="1600" dirty="0"/>
              <a:t>: </a:t>
            </a:r>
            <a:r>
              <a:rPr lang="en-US" sz="1600" dirty="0" err="1"/>
              <a:t>Hình</a:t>
            </a:r>
            <a:r>
              <a:rPr lang="en-US" sz="1600" dirty="0"/>
              <a:t> bao + </a:t>
            </a:r>
            <a:r>
              <a:rPr lang="en-US" sz="1600" dirty="0" err="1"/>
              <a:t>tên</a:t>
            </a:r>
            <a:r>
              <a:rPr lang="en-US" sz="1600" dirty="0"/>
              <a:t> </a:t>
            </a:r>
            <a:r>
              <a:rPr lang="en-US" sz="1600" err="1"/>
              <a:t>đối</a:t>
            </a:r>
            <a:r>
              <a:rPr lang="en-US" sz="1600"/>
              <a:t> tượng.</a:t>
            </a:r>
            <a:endParaRPr lang="en-US" sz="1600" dirty="0"/>
          </a:p>
          <a:p>
            <a:pPr marL="625475" lvl="1"/>
            <a:r>
              <a:rPr lang="en-US" sz="1600" dirty="0" err="1"/>
              <a:t>Áp</a:t>
            </a:r>
            <a:r>
              <a:rPr lang="en-US" sz="1600" dirty="0"/>
              <a:t> </a:t>
            </a:r>
            <a:r>
              <a:rPr lang="en-US" sz="1600" dirty="0" err="1"/>
              <a:t>dụng</a:t>
            </a:r>
            <a:r>
              <a:rPr lang="en-US" sz="1600" dirty="0"/>
              <a:t> </a:t>
            </a:r>
            <a:r>
              <a:rPr lang="en-US" sz="1600" dirty="0" err="1"/>
              <a:t>các</a:t>
            </a:r>
            <a:r>
              <a:rPr lang="en-US" sz="1600" dirty="0"/>
              <a:t> </a:t>
            </a:r>
            <a:r>
              <a:rPr lang="en-US" sz="1600" dirty="0" err="1"/>
              <a:t>kỹ</a:t>
            </a:r>
            <a:r>
              <a:rPr lang="en-US" sz="1600" dirty="0"/>
              <a:t> </a:t>
            </a:r>
            <a:r>
              <a:rPr lang="en-US" sz="1600" dirty="0" err="1"/>
              <a:t>thuật</a:t>
            </a:r>
            <a:r>
              <a:rPr lang="en-US" sz="1600" dirty="0"/>
              <a:t> </a:t>
            </a:r>
            <a:r>
              <a:rPr lang="en-US" sz="1600" dirty="0" err="1"/>
              <a:t>tăng</a:t>
            </a:r>
            <a:r>
              <a:rPr lang="en-US" sz="1600" dirty="0"/>
              <a:t> </a:t>
            </a:r>
            <a:r>
              <a:rPr lang="en-US" sz="1600" dirty="0" err="1"/>
              <a:t>cường</a:t>
            </a:r>
            <a:r>
              <a:rPr lang="en-US" sz="1600" dirty="0"/>
              <a:t> </a:t>
            </a:r>
            <a:r>
              <a:rPr lang="en-US" sz="1600" dirty="0" err="1"/>
              <a:t>dữ</a:t>
            </a:r>
            <a:r>
              <a:rPr lang="en-US" sz="1600" dirty="0"/>
              <a:t> </a:t>
            </a:r>
            <a:r>
              <a:rPr lang="en-US" sz="1600" dirty="0" err="1"/>
              <a:t>liệu</a:t>
            </a:r>
            <a:r>
              <a:rPr lang="en-US" sz="1600" dirty="0"/>
              <a:t> (</a:t>
            </a:r>
            <a:r>
              <a:rPr lang="en-US" sz="1600"/>
              <a:t>Augmentation).</a:t>
            </a:r>
            <a:endParaRPr lang="en-US" sz="1600" dirty="0"/>
          </a:p>
        </p:txBody>
      </p:sp>
      <p:pic>
        <p:nvPicPr>
          <p:cNvPr id="6" name="Picture 5">
            <a:extLst>
              <a:ext uri="{FF2B5EF4-FFF2-40B4-BE49-F238E27FC236}">
                <a16:creationId xmlns:a16="http://schemas.microsoft.com/office/drawing/2014/main" id="{814BABC0-C8E5-401D-BBA4-0C2F34308DE9}"/>
              </a:ext>
            </a:extLst>
          </p:cNvPr>
          <p:cNvPicPr>
            <a:picLocks noChangeAspect="1"/>
          </p:cNvPicPr>
          <p:nvPr/>
        </p:nvPicPr>
        <p:blipFill>
          <a:blip r:embed="rId2"/>
          <a:stretch>
            <a:fillRect/>
          </a:stretch>
        </p:blipFill>
        <p:spPr>
          <a:xfrm>
            <a:off x="4654056" y="1426788"/>
            <a:ext cx="3636169" cy="1025384"/>
          </a:xfrm>
          <a:prstGeom prst="rect">
            <a:avLst/>
          </a:prstGeom>
        </p:spPr>
      </p:pic>
      <p:cxnSp>
        <p:nvCxnSpPr>
          <p:cNvPr id="8" name="Straight Arrow Connector 7">
            <a:extLst>
              <a:ext uri="{FF2B5EF4-FFF2-40B4-BE49-F238E27FC236}">
                <a16:creationId xmlns:a16="http://schemas.microsoft.com/office/drawing/2014/main" id="{122BC4AE-0502-40C7-8006-24D82411F58B}"/>
              </a:ext>
            </a:extLst>
          </p:cNvPr>
          <p:cNvCxnSpPr>
            <a:cxnSpLocks/>
            <a:stCxn id="6" idx="3"/>
          </p:cNvCxnSpPr>
          <p:nvPr/>
        </p:nvCxnSpPr>
        <p:spPr>
          <a:xfrm flipV="1">
            <a:off x="8290225" y="1698253"/>
            <a:ext cx="445973" cy="241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93C0448-66EC-499A-89CF-50E3B6DBB4E2}"/>
              </a:ext>
            </a:extLst>
          </p:cNvPr>
          <p:cNvCxnSpPr>
            <a:cxnSpLocks/>
          </p:cNvCxnSpPr>
          <p:nvPr/>
        </p:nvCxnSpPr>
        <p:spPr>
          <a:xfrm>
            <a:off x="8281618" y="2098302"/>
            <a:ext cx="581786" cy="300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612A661-C966-4242-8CE0-7D07A60644E4}"/>
              </a:ext>
            </a:extLst>
          </p:cNvPr>
          <p:cNvSpPr txBox="1"/>
          <p:nvPr/>
        </p:nvSpPr>
        <p:spPr>
          <a:xfrm>
            <a:off x="7864729" y="1344339"/>
            <a:ext cx="1120289" cy="300082"/>
          </a:xfrm>
          <a:prstGeom prst="rect">
            <a:avLst/>
          </a:prstGeom>
          <a:noFill/>
        </p:spPr>
        <p:txBody>
          <a:bodyPr wrap="square">
            <a:spAutoFit/>
          </a:bodyPr>
          <a:lstStyle/>
          <a:p>
            <a:pPr defTabSz="685800"/>
            <a:r>
              <a:rPr lang="en-US" sz="1350" dirty="0">
                <a:solidFill>
                  <a:prstClr val="black"/>
                </a:solidFill>
                <a:latin typeface="Times New Roman" panose="02020603050405020304" pitchFamily="18" charset="0"/>
                <a:cs typeface="Times New Roman" panose="02020603050405020304" pitchFamily="18" charset="0"/>
              </a:rPr>
              <a:t>Detection</a:t>
            </a:r>
          </a:p>
        </p:txBody>
      </p:sp>
      <p:sp>
        <p:nvSpPr>
          <p:cNvPr id="19" name="TextBox 18">
            <a:extLst>
              <a:ext uri="{FF2B5EF4-FFF2-40B4-BE49-F238E27FC236}">
                <a16:creationId xmlns:a16="http://schemas.microsoft.com/office/drawing/2014/main" id="{0EA51396-4C40-479C-A8A7-E2FD469E9ED4}"/>
              </a:ext>
            </a:extLst>
          </p:cNvPr>
          <p:cNvSpPr txBox="1"/>
          <p:nvPr/>
        </p:nvSpPr>
        <p:spPr>
          <a:xfrm>
            <a:off x="7891301" y="2414238"/>
            <a:ext cx="1120289" cy="300082"/>
          </a:xfrm>
          <a:prstGeom prst="rect">
            <a:avLst/>
          </a:prstGeom>
          <a:noFill/>
        </p:spPr>
        <p:txBody>
          <a:bodyPr wrap="square">
            <a:spAutoFit/>
          </a:bodyPr>
          <a:lstStyle/>
          <a:p>
            <a:pPr defTabSz="685800"/>
            <a:r>
              <a:rPr lang="en-US" sz="1350" dirty="0">
                <a:solidFill>
                  <a:prstClr val="black"/>
                </a:solidFill>
                <a:latin typeface="Times New Roman" panose="02020603050405020304" pitchFamily="18" charset="0"/>
                <a:cs typeface="Times New Roman" panose="02020603050405020304" pitchFamily="18" charset="0"/>
              </a:rPr>
              <a:t>Recognition</a:t>
            </a:r>
          </a:p>
        </p:txBody>
      </p:sp>
      <p:pic>
        <p:nvPicPr>
          <p:cNvPr id="13" name="Picture 12">
            <a:extLst>
              <a:ext uri="{FF2B5EF4-FFF2-40B4-BE49-F238E27FC236}">
                <a16:creationId xmlns:a16="http://schemas.microsoft.com/office/drawing/2014/main" id="{74973AF8-F551-4AA2-BC9C-B3530C78FDB8}"/>
              </a:ext>
            </a:extLst>
          </p:cNvPr>
          <p:cNvPicPr>
            <a:picLocks noChangeAspect="1"/>
          </p:cNvPicPr>
          <p:nvPr/>
        </p:nvPicPr>
        <p:blipFill>
          <a:blip r:embed="rId3"/>
          <a:stretch>
            <a:fillRect/>
          </a:stretch>
        </p:blipFill>
        <p:spPr>
          <a:xfrm>
            <a:off x="6472140" y="3813304"/>
            <a:ext cx="1049659" cy="1399545"/>
          </a:xfrm>
          <a:prstGeom prst="rect">
            <a:avLst/>
          </a:prstGeom>
        </p:spPr>
      </p:pic>
      <p:pic>
        <p:nvPicPr>
          <p:cNvPr id="15" name="Picture 14">
            <a:extLst>
              <a:ext uri="{FF2B5EF4-FFF2-40B4-BE49-F238E27FC236}">
                <a16:creationId xmlns:a16="http://schemas.microsoft.com/office/drawing/2014/main" id="{165F9CFD-EE24-4BF5-9A7E-89B40CFB9822}"/>
              </a:ext>
            </a:extLst>
          </p:cNvPr>
          <p:cNvPicPr>
            <a:picLocks noChangeAspect="1"/>
          </p:cNvPicPr>
          <p:nvPr/>
        </p:nvPicPr>
        <p:blipFill>
          <a:blip r:embed="rId4"/>
          <a:stretch>
            <a:fillRect/>
          </a:stretch>
        </p:blipFill>
        <p:spPr>
          <a:xfrm>
            <a:off x="7749365" y="3813303"/>
            <a:ext cx="1049660" cy="1399546"/>
          </a:xfrm>
          <a:prstGeom prst="rect">
            <a:avLst/>
          </a:prstGeom>
        </p:spPr>
      </p:pic>
      <p:pic>
        <p:nvPicPr>
          <p:cNvPr id="18" name="Picture 17">
            <a:extLst>
              <a:ext uri="{FF2B5EF4-FFF2-40B4-BE49-F238E27FC236}">
                <a16:creationId xmlns:a16="http://schemas.microsoft.com/office/drawing/2014/main" id="{7AB66059-64BC-4FAD-A242-B8B3A6FB31A7}"/>
              </a:ext>
            </a:extLst>
          </p:cNvPr>
          <p:cNvPicPr>
            <a:picLocks noChangeAspect="1"/>
          </p:cNvPicPr>
          <p:nvPr/>
        </p:nvPicPr>
        <p:blipFill>
          <a:blip r:embed="rId5"/>
          <a:stretch>
            <a:fillRect/>
          </a:stretch>
        </p:blipFill>
        <p:spPr>
          <a:xfrm>
            <a:off x="5131951" y="3813304"/>
            <a:ext cx="1049659" cy="1399545"/>
          </a:xfrm>
          <a:prstGeom prst="rect">
            <a:avLst/>
          </a:prstGeom>
        </p:spPr>
      </p:pic>
      <p:sp>
        <p:nvSpPr>
          <p:cNvPr id="20" name="Rectangle 19">
            <a:extLst>
              <a:ext uri="{FF2B5EF4-FFF2-40B4-BE49-F238E27FC236}">
                <a16:creationId xmlns:a16="http://schemas.microsoft.com/office/drawing/2014/main" id="{ADF4F835-1D3D-419C-BCC5-087FFABDB2AF}"/>
              </a:ext>
            </a:extLst>
          </p:cNvPr>
          <p:cNvSpPr/>
          <p:nvPr/>
        </p:nvSpPr>
        <p:spPr>
          <a:xfrm>
            <a:off x="5263233" y="4022758"/>
            <a:ext cx="722539" cy="8694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sp>
        <p:nvSpPr>
          <p:cNvPr id="21" name="Rectangle 20">
            <a:extLst>
              <a:ext uri="{FF2B5EF4-FFF2-40B4-BE49-F238E27FC236}">
                <a16:creationId xmlns:a16="http://schemas.microsoft.com/office/drawing/2014/main" id="{65D05260-5D8D-438A-862D-6A89CFDEE76C}"/>
              </a:ext>
            </a:extLst>
          </p:cNvPr>
          <p:cNvSpPr/>
          <p:nvPr/>
        </p:nvSpPr>
        <p:spPr>
          <a:xfrm>
            <a:off x="6606295" y="4078328"/>
            <a:ext cx="722539" cy="8694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sp>
        <p:nvSpPr>
          <p:cNvPr id="22" name="Rectangle 21">
            <a:extLst>
              <a:ext uri="{FF2B5EF4-FFF2-40B4-BE49-F238E27FC236}">
                <a16:creationId xmlns:a16="http://schemas.microsoft.com/office/drawing/2014/main" id="{B65E0EF9-79D2-4597-941C-DFC0AA20C327}"/>
              </a:ext>
            </a:extLst>
          </p:cNvPr>
          <p:cNvSpPr/>
          <p:nvPr/>
        </p:nvSpPr>
        <p:spPr>
          <a:xfrm>
            <a:off x="7932116" y="4035033"/>
            <a:ext cx="592353" cy="10665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endParaRPr lang="en-US" sz="1350">
              <a:solidFill>
                <a:prstClr val="white"/>
              </a:solidFill>
              <a:latin typeface="Calibri"/>
            </a:endParaRPr>
          </a:p>
        </p:txBody>
      </p:sp>
      <p:sp>
        <p:nvSpPr>
          <p:cNvPr id="24" name="TextBox 23">
            <a:extLst>
              <a:ext uri="{FF2B5EF4-FFF2-40B4-BE49-F238E27FC236}">
                <a16:creationId xmlns:a16="http://schemas.microsoft.com/office/drawing/2014/main" id="{6C0C5911-68AD-4F1D-9926-D50A8913B307}"/>
              </a:ext>
            </a:extLst>
          </p:cNvPr>
          <p:cNvSpPr txBox="1"/>
          <p:nvPr/>
        </p:nvSpPr>
        <p:spPr>
          <a:xfrm>
            <a:off x="5792822" y="3721083"/>
            <a:ext cx="777575" cy="300082"/>
          </a:xfrm>
          <a:prstGeom prst="rect">
            <a:avLst/>
          </a:prstGeom>
          <a:noFill/>
        </p:spPr>
        <p:txBody>
          <a:bodyPr wrap="square">
            <a:spAutoFit/>
          </a:bodyPr>
          <a:lstStyle/>
          <a:p>
            <a:pPr defTabSz="685800"/>
            <a:r>
              <a:rPr lang="en-US" sz="1350" b="1">
                <a:solidFill>
                  <a:srgbClr val="FF0000"/>
                </a:solidFill>
                <a:latin typeface="Times New Roman" panose="02020603050405020304" pitchFamily="18" charset="0"/>
                <a:cs typeface="Times New Roman" panose="02020603050405020304" pitchFamily="18" charset="0"/>
              </a:rPr>
              <a:t>5,000</a:t>
            </a:r>
          </a:p>
        </p:txBody>
      </p:sp>
      <p:sp>
        <p:nvSpPr>
          <p:cNvPr id="25" name="TextBox 24">
            <a:extLst>
              <a:ext uri="{FF2B5EF4-FFF2-40B4-BE49-F238E27FC236}">
                <a16:creationId xmlns:a16="http://schemas.microsoft.com/office/drawing/2014/main" id="{CB0331B8-1887-49BB-8D6E-AAC35E9CE82E}"/>
              </a:ext>
            </a:extLst>
          </p:cNvPr>
          <p:cNvSpPr txBox="1"/>
          <p:nvPr/>
        </p:nvSpPr>
        <p:spPr>
          <a:xfrm>
            <a:off x="6967564" y="3733511"/>
            <a:ext cx="777575" cy="300082"/>
          </a:xfrm>
          <a:prstGeom prst="rect">
            <a:avLst/>
          </a:prstGeom>
          <a:noFill/>
        </p:spPr>
        <p:txBody>
          <a:bodyPr wrap="square">
            <a:spAutoFit/>
          </a:bodyPr>
          <a:lstStyle/>
          <a:p>
            <a:pPr defTabSz="685800"/>
            <a:r>
              <a:rPr lang="en-US" sz="1350" b="1">
                <a:solidFill>
                  <a:srgbClr val="FF0000"/>
                </a:solidFill>
                <a:latin typeface="Times New Roman" panose="02020603050405020304" pitchFamily="18" charset="0"/>
                <a:cs typeface="Times New Roman" panose="02020603050405020304" pitchFamily="18" charset="0"/>
              </a:rPr>
              <a:t>20,000</a:t>
            </a:r>
          </a:p>
        </p:txBody>
      </p:sp>
      <p:sp>
        <p:nvSpPr>
          <p:cNvPr id="26" name="TextBox 25">
            <a:extLst>
              <a:ext uri="{FF2B5EF4-FFF2-40B4-BE49-F238E27FC236}">
                <a16:creationId xmlns:a16="http://schemas.microsoft.com/office/drawing/2014/main" id="{9BFEB413-05AD-452A-85C9-16D51AC4ED82}"/>
              </a:ext>
            </a:extLst>
          </p:cNvPr>
          <p:cNvSpPr txBox="1"/>
          <p:nvPr/>
        </p:nvSpPr>
        <p:spPr>
          <a:xfrm>
            <a:off x="8238122" y="3721083"/>
            <a:ext cx="777575" cy="300082"/>
          </a:xfrm>
          <a:prstGeom prst="rect">
            <a:avLst/>
          </a:prstGeom>
          <a:noFill/>
        </p:spPr>
        <p:txBody>
          <a:bodyPr wrap="square">
            <a:spAutoFit/>
          </a:bodyPr>
          <a:lstStyle/>
          <a:p>
            <a:pPr defTabSz="685800"/>
            <a:r>
              <a:rPr lang="en-US" sz="1350" b="1">
                <a:solidFill>
                  <a:srgbClr val="FF0000"/>
                </a:solidFill>
                <a:latin typeface="Times New Roman" panose="02020603050405020304" pitchFamily="18" charset="0"/>
                <a:cs typeface="Times New Roman" panose="02020603050405020304" pitchFamily="18" charset="0"/>
              </a:rPr>
              <a:t>20,000</a:t>
            </a:r>
          </a:p>
        </p:txBody>
      </p:sp>
      <p:sp>
        <p:nvSpPr>
          <p:cNvPr id="4" name="Slide Number Placeholder 3">
            <a:extLst>
              <a:ext uri="{FF2B5EF4-FFF2-40B4-BE49-F238E27FC236}">
                <a16:creationId xmlns:a16="http://schemas.microsoft.com/office/drawing/2014/main" id="{11B4DE0E-03B8-45D7-81D5-4DBCDD8AF131}"/>
              </a:ext>
            </a:extLst>
          </p:cNvPr>
          <p:cNvSpPr>
            <a:spLocks noGrp="1"/>
          </p:cNvSpPr>
          <p:nvPr>
            <p:ph type="sldNum" sz="quarter" idx="11"/>
          </p:nvPr>
        </p:nvSpPr>
        <p:spPr/>
        <p:txBody>
          <a:bodyPr/>
          <a:lstStyle/>
          <a:p>
            <a:pPr>
              <a:defRPr/>
            </a:pPr>
            <a:fld id="{E9BFE15A-3346-4571-882B-EB624BC8BD4C}" type="slidenum">
              <a:rPr lang="en-US" smtClean="0"/>
              <a:pPr>
                <a:defRPr/>
              </a:pPr>
              <a:t>29</a:t>
            </a:fld>
            <a:endParaRPr lang="en-US" dirty="0"/>
          </a:p>
        </p:txBody>
      </p:sp>
      <p:sp>
        <p:nvSpPr>
          <p:cNvPr id="23" name="Content Placeholder 2">
            <a:extLst>
              <a:ext uri="{FF2B5EF4-FFF2-40B4-BE49-F238E27FC236}">
                <a16:creationId xmlns:a16="http://schemas.microsoft.com/office/drawing/2014/main" id="{C6CB2801-B886-452D-8E12-E6DEF79F8D74}"/>
              </a:ext>
            </a:extLst>
          </p:cNvPr>
          <p:cNvSpPr txBox="1">
            <a:spLocks/>
          </p:cNvSpPr>
          <p:nvPr/>
        </p:nvSpPr>
        <p:spPr>
          <a:xfrm>
            <a:off x="4628366" y="2647708"/>
            <a:ext cx="4343400" cy="680520"/>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19: </a:t>
            </a:r>
            <a:r>
              <a:rPr lang="en-US" sz="1500" i="1" dirty="0" err="1">
                <a:latin typeface="+mj-lt"/>
                <a:ea typeface="Arial" panose="020B0604020202020204" pitchFamily="34" charset="0"/>
              </a:rPr>
              <a:t>Kiến</a:t>
            </a:r>
            <a:r>
              <a:rPr lang="en-US" sz="1500" i="1" dirty="0">
                <a:latin typeface="+mj-lt"/>
                <a:ea typeface="Arial" panose="020B0604020202020204" pitchFamily="34" charset="0"/>
              </a:rPr>
              <a:t> </a:t>
            </a:r>
            <a:r>
              <a:rPr lang="en-US" sz="1500" i="1" dirty="0" err="1">
                <a:latin typeface="+mj-lt"/>
                <a:ea typeface="Arial" panose="020B0604020202020204" pitchFamily="34" charset="0"/>
              </a:rPr>
              <a:t>trúc</a:t>
            </a:r>
            <a:r>
              <a:rPr lang="en-US" sz="1500" i="1" dirty="0">
                <a:latin typeface="+mj-lt"/>
                <a:ea typeface="Arial" panose="020B0604020202020204" pitchFamily="34" charset="0"/>
              </a:rPr>
              <a:t> </a:t>
            </a:r>
            <a:r>
              <a:rPr lang="en-US" sz="1500" i="1" dirty="0" err="1">
                <a:latin typeface="+mj-lt"/>
                <a:ea typeface="Arial" panose="020B0604020202020204" pitchFamily="34" charset="0"/>
              </a:rPr>
              <a:t>mạng</a:t>
            </a:r>
            <a:r>
              <a:rPr lang="en-US" sz="1500" i="1" dirty="0">
                <a:latin typeface="+mj-lt"/>
                <a:ea typeface="Arial" panose="020B0604020202020204" pitchFamily="34" charset="0"/>
              </a:rPr>
              <a:t> </a:t>
            </a:r>
            <a:r>
              <a:rPr lang="en-US" sz="1500" i="1" dirty="0" err="1">
                <a:latin typeface="+mj-lt"/>
                <a:ea typeface="Arial" panose="020B0604020202020204" pitchFamily="34" charset="0"/>
              </a:rPr>
              <a:t>học</a:t>
            </a:r>
            <a:r>
              <a:rPr lang="en-US" sz="1500" i="1" dirty="0">
                <a:latin typeface="+mj-lt"/>
                <a:ea typeface="Arial" panose="020B0604020202020204" pitchFamily="34" charset="0"/>
              </a:rPr>
              <a:t> </a:t>
            </a:r>
            <a:r>
              <a:rPr lang="en-US" sz="1500" i="1" dirty="0" err="1">
                <a:latin typeface="+mj-lt"/>
                <a:ea typeface="Arial" panose="020B0604020202020204" pitchFamily="34" charset="0"/>
              </a:rPr>
              <a:t>đa</a:t>
            </a:r>
            <a:r>
              <a:rPr lang="en-US" sz="1500" i="1" dirty="0">
                <a:latin typeface="+mj-lt"/>
                <a:ea typeface="Arial" panose="020B0604020202020204" pitchFamily="34" charset="0"/>
              </a:rPr>
              <a:t> </a:t>
            </a:r>
            <a:r>
              <a:rPr lang="en-US" sz="1500" i="1" dirty="0" err="1">
                <a:latin typeface="+mj-lt"/>
                <a:ea typeface="Arial" panose="020B0604020202020204" pitchFamily="34" charset="0"/>
              </a:rPr>
              <a:t>nhiệm</a:t>
            </a:r>
            <a:r>
              <a:rPr lang="en-US" sz="1500" i="1" dirty="0">
                <a:latin typeface="+mj-lt"/>
                <a:ea typeface="Arial" panose="020B0604020202020204" pitchFamily="34" charset="0"/>
              </a:rPr>
              <a:t> </a:t>
            </a:r>
            <a:r>
              <a:rPr lang="en-US" sz="1500" i="1" dirty="0" err="1">
                <a:latin typeface="+mj-lt"/>
                <a:ea typeface="Arial" panose="020B0604020202020204" pitchFamily="34" charset="0"/>
              </a:rPr>
              <a:t>cho</a:t>
            </a:r>
            <a:r>
              <a:rPr lang="en-US" sz="1500" i="1" dirty="0">
                <a:latin typeface="+mj-lt"/>
                <a:ea typeface="Arial" panose="020B0604020202020204" pitchFamily="34" charset="0"/>
              </a:rPr>
              <a:t> </a:t>
            </a:r>
            <a:r>
              <a:rPr lang="en-US" sz="1500" i="1" dirty="0" err="1">
                <a:latin typeface="+mj-lt"/>
                <a:ea typeface="Arial" panose="020B0604020202020204" pitchFamily="34" charset="0"/>
              </a:rPr>
              <a:t>định</a:t>
            </a:r>
            <a:r>
              <a:rPr lang="en-US" sz="1500" i="1" dirty="0">
                <a:latin typeface="+mj-lt"/>
                <a:ea typeface="Arial" panose="020B0604020202020204" pitchFamily="34" charset="0"/>
              </a:rPr>
              <a:t> </a:t>
            </a:r>
            <a:r>
              <a:rPr lang="en-US" sz="1500" i="1" dirty="0" err="1">
                <a:latin typeface="+mj-lt"/>
                <a:ea typeface="Arial" panose="020B0604020202020204" pitchFamily="34" charset="0"/>
              </a:rPr>
              <a:t>vị</a:t>
            </a:r>
            <a:r>
              <a:rPr lang="en-US" sz="1500" i="1" dirty="0">
                <a:latin typeface="+mj-lt"/>
                <a:ea typeface="Arial" panose="020B0604020202020204" pitchFamily="34" charset="0"/>
              </a:rPr>
              <a:t> </a:t>
            </a:r>
            <a:r>
              <a:rPr lang="en-US" sz="1500" i="1" dirty="0" err="1">
                <a:latin typeface="+mj-lt"/>
                <a:ea typeface="Arial" panose="020B0604020202020204" pitchFamily="34" charset="0"/>
              </a:rPr>
              <a:t>và</a:t>
            </a:r>
            <a:r>
              <a:rPr lang="en-US" sz="1500" i="1" dirty="0">
                <a:latin typeface="+mj-lt"/>
                <a:ea typeface="Arial" panose="020B0604020202020204" pitchFamily="34" charset="0"/>
              </a:rPr>
              <a:t> </a:t>
            </a:r>
            <a:r>
              <a:rPr lang="en-US" sz="1500" i="1" dirty="0" err="1">
                <a:latin typeface="+mj-lt"/>
                <a:ea typeface="Arial" panose="020B0604020202020204" pitchFamily="34" charset="0"/>
              </a:rPr>
              <a:t>nhận</a:t>
            </a:r>
            <a:r>
              <a:rPr lang="en-US" sz="1500" i="1" dirty="0">
                <a:latin typeface="+mj-lt"/>
                <a:ea typeface="Arial" panose="020B0604020202020204" pitchFamily="34" charset="0"/>
              </a:rPr>
              <a:t> </a:t>
            </a:r>
            <a:r>
              <a:rPr lang="en-US" sz="1500" i="1" dirty="0" err="1">
                <a:latin typeface="+mj-lt"/>
                <a:ea typeface="Arial" panose="020B0604020202020204" pitchFamily="34" charset="0"/>
              </a:rPr>
              <a:t>dạng</a:t>
            </a:r>
            <a:r>
              <a:rPr lang="en-US" sz="1500" i="1" dirty="0">
                <a:latin typeface="+mj-lt"/>
                <a:ea typeface="Arial" panose="020B0604020202020204" pitchFamily="34" charset="0"/>
              </a:rPr>
              <a:t> </a:t>
            </a:r>
            <a:r>
              <a:rPr lang="en-US" sz="1500" i="1" dirty="0" err="1">
                <a:latin typeface="+mj-lt"/>
                <a:ea typeface="Arial" panose="020B0604020202020204" pitchFamily="34" charset="0"/>
              </a:rPr>
              <a:t>mệnh</a:t>
            </a:r>
            <a:r>
              <a:rPr lang="en-US" sz="1500" i="1" dirty="0">
                <a:latin typeface="+mj-lt"/>
                <a:ea typeface="Arial" panose="020B0604020202020204" pitchFamily="34" charset="0"/>
              </a:rPr>
              <a:t> </a:t>
            </a:r>
            <a:r>
              <a:rPr lang="en-US" sz="1500" i="1" dirty="0" err="1">
                <a:latin typeface="+mj-lt"/>
                <a:ea typeface="Arial" panose="020B0604020202020204" pitchFamily="34" charset="0"/>
              </a:rPr>
              <a:t>giá</a:t>
            </a:r>
            <a:r>
              <a:rPr lang="en-US" sz="1500" i="1" dirty="0">
                <a:latin typeface="+mj-lt"/>
                <a:ea typeface="Arial" panose="020B0604020202020204" pitchFamily="34" charset="0"/>
              </a:rPr>
              <a:t> </a:t>
            </a:r>
            <a:r>
              <a:rPr lang="en-US" sz="1500" i="1" dirty="0" err="1">
                <a:latin typeface="+mj-lt"/>
                <a:ea typeface="Arial" panose="020B0604020202020204" pitchFamily="34" charset="0"/>
              </a:rPr>
              <a:t>tiền</a:t>
            </a:r>
            <a:endParaRPr lang="en-US" i="1" dirty="0">
              <a:latin typeface="+mj-lt"/>
            </a:endParaRPr>
          </a:p>
        </p:txBody>
      </p:sp>
      <p:sp>
        <p:nvSpPr>
          <p:cNvPr id="27" name="Content Placeholder 2">
            <a:extLst>
              <a:ext uri="{FF2B5EF4-FFF2-40B4-BE49-F238E27FC236}">
                <a16:creationId xmlns:a16="http://schemas.microsoft.com/office/drawing/2014/main" id="{96813F81-5A7B-4164-BFEA-469CFF648EE3}"/>
              </a:ext>
            </a:extLst>
          </p:cNvPr>
          <p:cNvSpPr txBox="1">
            <a:spLocks/>
          </p:cNvSpPr>
          <p:nvPr/>
        </p:nvSpPr>
        <p:spPr>
          <a:xfrm>
            <a:off x="4725359" y="5235569"/>
            <a:ext cx="4343400" cy="680520"/>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20: </a:t>
            </a:r>
            <a:r>
              <a:rPr lang="en-US" sz="1500" i="1" dirty="0" err="1">
                <a:latin typeface="+mj-lt"/>
                <a:ea typeface="Arial" panose="020B0604020202020204" pitchFamily="34" charset="0"/>
              </a:rPr>
              <a:t>Mẫu</a:t>
            </a:r>
            <a:r>
              <a:rPr lang="en-US" sz="1500" i="1" dirty="0">
                <a:latin typeface="+mj-lt"/>
                <a:ea typeface="Arial" panose="020B0604020202020204" pitchFamily="34" charset="0"/>
              </a:rPr>
              <a:t> </a:t>
            </a:r>
            <a:r>
              <a:rPr lang="en-US" sz="1500" i="1" dirty="0" err="1">
                <a:latin typeface="+mj-lt"/>
                <a:ea typeface="Arial" panose="020B0604020202020204" pitchFamily="34" charset="0"/>
              </a:rPr>
              <a:t>dữ</a:t>
            </a:r>
            <a:r>
              <a:rPr lang="en-US" sz="1500" i="1" dirty="0">
                <a:latin typeface="+mj-lt"/>
                <a:ea typeface="Arial" panose="020B0604020202020204" pitchFamily="34" charset="0"/>
              </a:rPr>
              <a:t> </a:t>
            </a:r>
            <a:r>
              <a:rPr lang="en-US" sz="1500" i="1" dirty="0" err="1">
                <a:latin typeface="+mj-lt"/>
                <a:ea typeface="Arial" panose="020B0604020202020204" pitchFamily="34" charset="0"/>
              </a:rPr>
              <a:t>liệu</a:t>
            </a:r>
            <a:r>
              <a:rPr lang="en-US" sz="1500" i="1" dirty="0">
                <a:latin typeface="+mj-lt"/>
                <a:ea typeface="Arial" panose="020B0604020202020204" pitchFamily="34" charset="0"/>
              </a:rPr>
              <a:t> </a:t>
            </a:r>
            <a:r>
              <a:rPr lang="en-US" sz="1500" i="1" dirty="0" err="1">
                <a:latin typeface="+mj-lt"/>
                <a:ea typeface="Arial" panose="020B0604020202020204" pitchFamily="34" charset="0"/>
              </a:rPr>
              <a:t>được</a:t>
            </a:r>
            <a:r>
              <a:rPr lang="en-US" sz="1500" i="1" dirty="0">
                <a:latin typeface="+mj-lt"/>
                <a:ea typeface="Arial" panose="020B0604020202020204" pitchFamily="34" charset="0"/>
              </a:rPr>
              <a:t> </a:t>
            </a:r>
            <a:r>
              <a:rPr lang="en-US" sz="1500" i="1" dirty="0" err="1">
                <a:latin typeface="+mj-lt"/>
                <a:ea typeface="Arial" panose="020B0604020202020204" pitchFamily="34" charset="0"/>
              </a:rPr>
              <a:t>gán</a:t>
            </a:r>
            <a:r>
              <a:rPr lang="en-US" sz="1500" i="1" dirty="0">
                <a:latin typeface="+mj-lt"/>
                <a:ea typeface="Arial" panose="020B0604020202020204" pitchFamily="34" charset="0"/>
              </a:rPr>
              <a:t> </a:t>
            </a:r>
            <a:r>
              <a:rPr lang="en-US" sz="1500" i="1" dirty="0" err="1">
                <a:latin typeface="+mj-lt"/>
                <a:ea typeface="Arial" panose="020B0604020202020204" pitchFamily="34" charset="0"/>
              </a:rPr>
              <a:t>nhãn</a:t>
            </a:r>
            <a:endParaRPr lang="en-US" i="1" dirty="0">
              <a:latin typeface="+mj-lt"/>
            </a:endParaRPr>
          </a:p>
        </p:txBody>
      </p:sp>
    </p:spTree>
    <p:extLst>
      <p:ext uri="{BB962C8B-B14F-4D97-AF65-F5344CB8AC3E}">
        <p14:creationId xmlns:p14="http://schemas.microsoft.com/office/powerpoint/2010/main" val="30433051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8407E-19B0-4EBE-A5CD-BE8B34B557F7}"/>
              </a:ext>
            </a:extLst>
          </p:cNvPr>
          <p:cNvSpPr>
            <a:spLocks noGrp="1"/>
          </p:cNvSpPr>
          <p:nvPr>
            <p:ph type="title"/>
          </p:nvPr>
        </p:nvSpPr>
        <p:spPr/>
        <p:txBody>
          <a:bodyPr/>
          <a:lstStyle/>
          <a:p>
            <a:r>
              <a:rPr lang="en-US" dirty="0" err="1"/>
              <a:t>Nhận</a:t>
            </a:r>
            <a:r>
              <a:rPr lang="en-US" dirty="0"/>
              <a:t> </a:t>
            </a:r>
            <a:r>
              <a:rPr lang="en-US" dirty="0" err="1"/>
              <a:t>dạng</a:t>
            </a:r>
            <a:r>
              <a:rPr lang="en-US" dirty="0"/>
              <a:t> </a:t>
            </a:r>
            <a:r>
              <a:rPr lang="en-US" dirty="0" err="1"/>
              <a:t>màu</a:t>
            </a:r>
            <a:r>
              <a:rPr lang="en-US" dirty="0"/>
              <a:t> </a:t>
            </a:r>
            <a:r>
              <a:rPr lang="en-US" dirty="0" err="1"/>
              <a:t>sắc</a:t>
            </a:r>
            <a:endParaRPr lang="en-US" dirty="0"/>
          </a:p>
        </p:txBody>
      </p:sp>
      <p:sp>
        <p:nvSpPr>
          <p:cNvPr id="3" name="Content Placeholder 2">
            <a:extLst>
              <a:ext uri="{FF2B5EF4-FFF2-40B4-BE49-F238E27FC236}">
                <a16:creationId xmlns:a16="http://schemas.microsoft.com/office/drawing/2014/main" id="{695E15CE-A720-4AF3-B7AF-F2A327975B44}"/>
              </a:ext>
            </a:extLst>
          </p:cNvPr>
          <p:cNvSpPr>
            <a:spLocks noGrp="1"/>
          </p:cNvSpPr>
          <p:nvPr>
            <p:ph idx="1"/>
          </p:nvPr>
        </p:nvSpPr>
        <p:spPr>
          <a:xfrm>
            <a:off x="207629" y="1392049"/>
            <a:ext cx="4330788" cy="4001549"/>
          </a:xfrm>
        </p:spPr>
        <p:txBody>
          <a:bodyPr/>
          <a:lstStyle/>
          <a:p>
            <a:pPr>
              <a:spcBef>
                <a:spcPts val="600"/>
              </a:spcBef>
              <a:spcAft>
                <a:spcPts val="1200"/>
              </a:spcAft>
            </a:pPr>
            <a:r>
              <a:rPr lang="en-US" sz="2000" dirty="0" err="1">
                <a:latin typeface="+mj-lt"/>
              </a:rPr>
              <a:t>Phát</a:t>
            </a:r>
            <a:r>
              <a:rPr lang="en-US" sz="2000" dirty="0">
                <a:latin typeface="+mj-lt"/>
              </a:rPr>
              <a:t> </a:t>
            </a:r>
            <a:r>
              <a:rPr lang="en-US" sz="2000" dirty="0" err="1">
                <a:latin typeface="+mj-lt"/>
              </a:rPr>
              <a:t>hiện</a:t>
            </a:r>
            <a:r>
              <a:rPr lang="en-US" sz="2000" dirty="0">
                <a:latin typeface="+mj-lt"/>
              </a:rPr>
              <a:t> </a:t>
            </a:r>
            <a:r>
              <a:rPr lang="en-US" sz="2000" dirty="0" err="1">
                <a:latin typeface="+mj-lt"/>
              </a:rPr>
              <a:t>đối</a:t>
            </a:r>
            <a:r>
              <a:rPr lang="en-US" sz="2000" dirty="0">
                <a:latin typeface="+mj-lt"/>
              </a:rPr>
              <a:t> </a:t>
            </a:r>
            <a:r>
              <a:rPr lang="en-US" sz="2000" dirty="0" err="1">
                <a:latin typeface="+mj-lt"/>
              </a:rPr>
              <a:t>tượng</a:t>
            </a:r>
            <a:endParaRPr lang="en-US" sz="2000" dirty="0">
              <a:latin typeface="+mj-lt"/>
            </a:endParaRPr>
          </a:p>
          <a:p>
            <a:pPr>
              <a:spcBef>
                <a:spcPts val="600"/>
              </a:spcBef>
              <a:spcAft>
                <a:spcPts val="1200"/>
              </a:spcAft>
            </a:pPr>
            <a:r>
              <a:rPr lang="en-US" sz="2000" dirty="0" err="1">
                <a:latin typeface="+mj-lt"/>
              </a:rPr>
              <a:t>Nếu</a:t>
            </a:r>
            <a:r>
              <a:rPr lang="en-US" sz="2000" dirty="0">
                <a:latin typeface="+mj-lt"/>
              </a:rPr>
              <a:t> </a:t>
            </a:r>
            <a:r>
              <a:rPr lang="en-US" sz="2000" dirty="0" err="1">
                <a:latin typeface="+mj-lt"/>
              </a:rPr>
              <a:t>không</a:t>
            </a:r>
            <a:r>
              <a:rPr lang="en-US" sz="2000" dirty="0">
                <a:latin typeface="+mj-lt"/>
              </a:rPr>
              <a:t> </a:t>
            </a:r>
            <a:r>
              <a:rPr lang="en-US" sz="2000" dirty="0" err="1">
                <a:latin typeface="+mj-lt"/>
              </a:rPr>
              <a:t>có</a:t>
            </a:r>
            <a:r>
              <a:rPr lang="en-US" sz="2000" dirty="0">
                <a:latin typeface="+mj-lt"/>
              </a:rPr>
              <a:t> </a:t>
            </a:r>
            <a:r>
              <a:rPr lang="en-US" sz="2000" dirty="0" err="1">
                <a:latin typeface="+mj-lt"/>
              </a:rPr>
              <a:t>đối</a:t>
            </a:r>
            <a:r>
              <a:rPr lang="en-US" sz="2000" dirty="0">
                <a:latin typeface="+mj-lt"/>
              </a:rPr>
              <a:t> </a:t>
            </a:r>
            <a:r>
              <a:rPr lang="en-US" sz="2000" dirty="0" err="1">
                <a:latin typeface="+mj-lt"/>
              </a:rPr>
              <a:t>tượng</a:t>
            </a:r>
            <a:r>
              <a:rPr lang="en-US" sz="2000" dirty="0">
                <a:latin typeface="+mj-lt"/>
              </a:rPr>
              <a:t>: </a:t>
            </a:r>
            <a:r>
              <a:rPr lang="en-US" sz="2000" dirty="0" err="1">
                <a:latin typeface="+mj-lt"/>
              </a:rPr>
              <a:t>sử</a:t>
            </a:r>
            <a:r>
              <a:rPr lang="en-US" sz="2000" dirty="0">
                <a:latin typeface="+mj-lt"/>
              </a:rPr>
              <a:t> </a:t>
            </a:r>
            <a:r>
              <a:rPr lang="en-US" sz="2000" dirty="0" err="1">
                <a:latin typeface="+mj-lt"/>
              </a:rPr>
              <a:t>dụng</a:t>
            </a:r>
            <a:r>
              <a:rPr lang="en-US" sz="2000" dirty="0">
                <a:latin typeface="+mj-lt"/>
              </a:rPr>
              <a:t> </a:t>
            </a:r>
            <a:r>
              <a:rPr lang="en-US" sz="2000" dirty="0" err="1">
                <a:latin typeface="+mj-lt"/>
              </a:rPr>
              <a:t>toàn</a:t>
            </a:r>
            <a:r>
              <a:rPr lang="en-US" sz="2000" dirty="0">
                <a:latin typeface="+mj-lt"/>
              </a:rPr>
              <a:t> </a:t>
            </a:r>
            <a:r>
              <a:rPr lang="en-US" sz="2000" dirty="0" err="1">
                <a:latin typeface="+mj-lt"/>
              </a:rPr>
              <a:t>bộ</a:t>
            </a:r>
            <a:r>
              <a:rPr lang="en-US" sz="2000" dirty="0">
                <a:latin typeface="+mj-lt"/>
              </a:rPr>
              <a:t> </a:t>
            </a:r>
            <a:r>
              <a:rPr lang="en-US" sz="2000" dirty="0" err="1">
                <a:latin typeface="+mj-lt"/>
              </a:rPr>
              <a:t>ảnh</a:t>
            </a:r>
            <a:r>
              <a:rPr lang="en-US" sz="2000" dirty="0">
                <a:latin typeface="+mj-lt"/>
              </a:rPr>
              <a:t>/</a:t>
            </a:r>
            <a:r>
              <a:rPr lang="en-US" sz="2000" dirty="0" err="1">
                <a:latin typeface="+mj-lt"/>
              </a:rPr>
              <a:t>vùng</a:t>
            </a:r>
            <a:r>
              <a:rPr lang="en-US" sz="2000" dirty="0">
                <a:latin typeface="+mj-lt"/>
              </a:rPr>
              <a:t> </a:t>
            </a:r>
            <a:r>
              <a:rPr lang="en-US" sz="2000" err="1">
                <a:latin typeface="+mj-lt"/>
              </a:rPr>
              <a:t>quan</a:t>
            </a:r>
            <a:r>
              <a:rPr lang="en-US" sz="2000">
                <a:latin typeface="+mj-lt"/>
              </a:rPr>
              <a:t> tâm.</a:t>
            </a:r>
            <a:endParaRPr lang="en-US" sz="2000" dirty="0">
              <a:latin typeface="+mj-lt"/>
            </a:endParaRPr>
          </a:p>
          <a:p>
            <a:pPr>
              <a:spcBef>
                <a:spcPts val="600"/>
              </a:spcBef>
              <a:spcAft>
                <a:spcPts val="1200"/>
              </a:spcAft>
            </a:pPr>
            <a:r>
              <a:rPr lang="en-US" sz="2000" dirty="0" err="1">
                <a:latin typeface="+mj-lt"/>
              </a:rPr>
              <a:t>Sử</a:t>
            </a:r>
            <a:r>
              <a:rPr lang="en-US" sz="2000" dirty="0">
                <a:latin typeface="+mj-lt"/>
              </a:rPr>
              <a:t> </a:t>
            </a:r>
            <a:r>
              <a:rPr lang="en-US" sz="2000" dirty="0" err="1">
                <a:latin typeface="+mj-lt"/>
              </a:rPr>
              <a:t>dụng</a:t>
            </a:r>
            <a:r>
              <a:rPr lang="en-US" sz="2000" dirty="0">
                <a:latin typeface="+mj-lt"/>
              </a:rPr>
              <a:t> </a:t>
            </a:r>
            <a:r>
              <a:rPr lang="en-US" sz="2000" dirty="0" err="1">
                <a:latin typeface="+mj-lt"/>
              </a:rPr>
              <a:t>mạng</a:t>
            </a:r>
            <a:r>
              <a:rPr lang="en-US" sz="2000" dirty="0">
                <a:latin typeface="+mj-lt"/>
              </a:rPr>
              <a:t> Lightweight CNN</a:t>
            </a:r>
          </a:p>
        </p:txBody>
      </p:sp>
      <p:pic>
        <p:nvPicPr>
          <p:cNvPr id="12" name="Picture 11">
            <a:extLst>
              <a:ext uri="{FF2B5EF4-FFF2-40B4-BE49-F238E27FC236}">
                <a16:creationId xmlns:a16="http://schemas.microsoft.com/office/drawing/2014/main" id="{92E55791-927F-4A5A-B314-D988A7E7C8F6}"/>
              </a:ext>
            </a:extLst>
          </p:cNvPr>
          <p:cNvPicPr>
            <a:picLocks noChangeAspect="1"/>
          </p:cNvPicPr>
          <p:nvPr/>
        </p:nvPicPr>
        <p:blipFill>
          <a:blip r:embed="rId2"/>
          <a:stretch>
            <a:fillRect/>
          </a:stretch>
        </p:blipFill>
        <p:spPr>
          <a:xfrm>
            <a:off x="4770929" y="1508650"/>
            <a:ext cx="1120289" cy="1120289"/>
          </a:xfrm>
          <a:prstGeom prst="rect">
            <a:avLst/>
          </a:prstGeom>
        </p:spPr>
      </p:pic>
      <p:pic>
        <p:nvPicPr>
          <p:cNvPr id="14" name="Picture 13">
            <a:extLst>
              <a:ext uri="{FF2B5EF4-FFF2-40B4-BE49-F238E27FC236}">
                <a16:creationId xmlns:a16="http://schemas.microsoft.com/office/drawing/2014/main" id="{572AC11E-CBDB-4740-953D-F43EFAFCEE5C}"/>
              </a:ext>
            </a:extLst>
          </p:cNvPr>
          <p:cNvPicPr>
            <a:picLocks noChangeAspect="1"/>
          </p:cNvPicPr>
          <p:nvPr/>
        </p:nvPicPr>
        <p:blipFill>
          <a:blip r:embed="rId3"/>
          <a:stretch>
            <a:fillRect/>
          </a:stretch>
        </p:blipFill>
        <p:spPr>
          <a:xfrm>
            <a:off x="6152760" y="1435419"/>
            <a:ext cx="1266748" cy="1266748"/>
          </a:xfrm>
          <a:prstGeom prst="rect">
            <a:avLst/>
          </a:prstGeom>
        </p:spPr>
      </p:pic>
      <p:pic>
        <p:nvPicPr>
          <p:cNvPr id="18" name="Picture 17">
            <a:extLst>
              <a:ext uri="{FF2B5EF4-FFF2-40B4-BE49-F238E27FC236}">
                <a16:creationId xmlns:a16="http://schemas.microsoft.com/office/drawing/2014/main" id="{A689216D-63BC-4806-8D70-141F946210A6}"/>
              </a:ext>
            </a:extLst>
          </p:cNvPr>
          <p:cNvPicPr>
            <a:picLocks noChangeAspect="1"/>
          </p:cNvPicPr>
          <p:nvPr/>
        </p:nvPicPr>
        <p:blipFill>
          <a:blip r:embed="rId4"/>
          <a:stretch>
            <a:fillRect/>
          </a:stretch>
        </p:blipFill>
        <p:spPr>
          <a:xfrm>
            <a:off x="7570877" y="1431351"/>
            <a:ext cx="1266748" cy="1266748"/>
          </a:xfrm>
          <a:prstGeom prst="rect">
            <a:avLst/>
          </a:prstGeom>
        </p:spPr>
      </p:pic>
      <p:pic>
        <p:nvPicPr>
          <p:cNvPr id="21" name="Picture 20">
            <a:extLst>
              <a:ext uri="{FF2B5EF4-FFF2-40B4-BE49-F238E27FC236}">
                <a16:creationId xmlns:a16="http://schemas.microsoft.com/office/drawing/2014/main" id="{3C094618-DD08-49A8-BD1E-8B64B37E45A1}"/>
              </a:ext>
            </a:extLst>
          </p:cNvPr>
          <p:cNvPicPr>
            <a:picLocks noChangeAspect="1"/>
          </p:cNvPicPr>
          <p:nvPr/>
        </p:nvPicPr>
        <p:blipFill rotWithShape="1">
          <a:blip r:embed="rId5"/>
          <a:srcRect l="19439"/>
          <a:stretch/>
        </p:blipFill>
        <p:spPr>
          <a:xfrm>
            <a:off x="2474122" y="4512058"/>
            <a:ext cx="2929317" cy="1025384"/>
          </a:xfrm>
          <a:prstGeom prst="rect">
            <a:avLst/>
          </a:prstGeom>
        </p:spPr>
      </p:pic>
      <p:cxnSp>
        <p:nvCxnSpPr>
          <p:cNvPr id="22" name="Straight Arrow Connector 21">
            <a:extLst>
              <a:ext uri="{FF2B5EF4-FFF2-40B4-BE49-F238E27FC236}">
                <a16:creationId xmlns:a16="http://schemas.microsoft.com/office/drawing/2014/main" id="{345EED51-E584-416A-9E94-E15DDCD6B5D3}"/>
              </a:ext>
            </a:extLst>
          </p:cNvPr>
          <p:cNvCxnSpPr>
            <a:cxnSpLocks/>
            <a:stCxn id="21" idx="3"/>
            <a:endCxn id="23" idx="1"/>
          </p:cNvCxnSpPr>
          <p:nvPr/>
        </p:nvCxnSpPr>
        <p:spPr>
          <a:xfrm>
            <a:off x="5403438" y="5024750"/>
            <a:ext cx="487780" cy="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C77EA62-8DD4-455F-A565-1B0412AA8040}"/>
              </a:ext>
            </a:extLst>
          </p:cNvPr>
          <p:cNvSpPr txBox="1"/>
          <p:nvPr/>
        </p:nvSpPr>
        <p:spPr>
          <a:xfrm>
            <a:off x="5891219" y="4874833"/>
            <a:ext cx="1120289" cy="300082"/>
          </a:xfrm>
          <a:prstGeom prst="rect">
            <a:avLst/>
          </a:prstGeom>
          <a:noFill/>
        </p:spPr>
        <p:txBody>
          <a:bodyPr wrap="square">
            <a:spAutoFit/>
          </a:bodyPr>
          <a:lstStyle/>
          <a:p>
            <a:pPr defTabSz="685800"/>
            <a:r>
              <a:rPr lang="en-US" sz="1350" dirty="0" err="1">
                <a:solidFill>
                  <a:prstClr val="black"/>
                </a:solidFill>
                <a:latin typeface="Times New Roman" panose="02020603050405020304" pitchFamily="18" charset="0"/>
                <a:cs typeface="Times New Roman" panose="02020603050405020304" pitchFamily="18" charset="0"/>
              </a:rPr>
              <a:t>Màu</a:t>
            </a:r>
            <a:r>
              <a:rPr lang="en-US" sz="1350" dirty="0">
                <a:solidFill>
                  <a:prstClr val="black"/>
                </a:solidFill>
                <a:latin typeface="Times New Roman" panose="02020603050405020304" pitchFamily="18" charset="0"/>
                <a:cs typeface="Times New Roman" panose="02020603050405020304" pitchFamily="18" charset="0"/>
              </a:rPr>
              <a:t> </a:t>
            </a:r>
            <a:r>
              <a:rPr lang="en-US" sz="1350" dirty="0" err="1">
                <a:solidFill>
                  <a:prstClr val="black"/>
                </a:solidFill>
                <a:latin typeface="Times New Roman" panose="02020603050405020304" pitchFamily="18" charset="0"/>
                <a:cs typeface="Times New Roman" panose="02020603050405020304" pitchFamily="18" charset="0"/>
              </a:rPr>
              <a:t>đen</a:t>
            </a:r>
            <a:endParaRPr lang="en-US" sz="1350" dirty="0">
              <a:solidFill>
                <a:prstClr val="black"/>
              </a:solidFill>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0531623F-1F4D-47E7-B891-9A94A6B04B13}"/>
              </a:ext>
            </a:extLst>
          </p:cNvPr>
          <p:cNvPicPr>
            <a:picLocks noChangeAspect="1"/>
          </p:cNvPicPr>
          <p:nvPr/>
        </p:nvPicPr>
        <p:blipFill>
          <a:blip r:embed="rId2"/>
          <a:stretch>
            <a:fillRect/>
          </a:stretch>
        </p:blipFill>
        <p:spPr>
          <a:xfrm>
            <a:off x="1440194" y="4618654"/>
            <a:ext cx="918789" cy="918789"/>
          </a:xfrm>
          <a:prstGeom prst="rect">
            <a:avLst/>
          </a:prstGeom>
        </p:spPr>
      </p:pic>
      <p:sp>
        <p:nvSpPr>
          <p:cNvPr id="29" name="TextBox 28">
            <a:extLst>
              <a:ext uri="{FF2B5EF4-FFF2-40B4-BE49-F238E27FC236}">
                <a16:creationId xmlns:a16="http://schemas.microsoft.com/office/drawing/2014/main" id="{58B09BBC-500C-48B9-BE1C-27DD355FF93F}"/>
              </a:ext>
            </a:extLst>
          </p:cNvPr>
          <p:cNvSpPr txBox="1"/>
          <p:nvPr/>
        </p:nvSpPr>
        <p:spPr>
          <a:xfrm>
            <a:off x="1899587" y="5604486"/>
            <a:ext cx="4572000" cy="338554"/>
          </a:xfrm>
          <a:prstGeom prst="rect">
            <a:avLst/>
          </a:prstGeom>
          <a:noFill/>
        </p:spPr>
        <p:txBody>
          <a:bodyPr wrap="square">
            <a:spAutoFit/>
          </a:bodyPr>
          <a:lstStyle/>
          <a:p>
            <a:pPr algn="ctr"/>
            <a:r>
              <a:rPr lang="en-US" sz="1600" i="1" dirty="0" err="1">
                <a:latin typeface="+mj-lt"/>
                <a:cs typeface="Times New Roman" panose="02020603050405020304" pitchFamily="18" charset="0"/>
              </a:rPr>
              <a:t>Hình</a:t>
            </a:r>
            <a:r>
              <a:rPr lang="en-US" sz="1600" i="1" dirty="0">
                <a:latin typeface="+mj-lt"/>
                <a:cs typeface="Times New Roman" panose="02020603050405020304" pitchFamily="18" charset="0"/>
              </a:rPr>
              <a:t> 22: </a:t>
            </a:r>
            <a:r>
              <a:rPr lang="en-US" sz="1600" i="1" dirty="0" err="1">
                <a:latin typeface="+mj-lt"/>
                <a:cs typeface="Times New Roman" panose="02020603050405020304" pitchFamily="18" charset="0"/>
              </a:rPr>
              <a:t>Kiến</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trúc</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mạng</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nhận</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diện</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màu</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sắc</a:t>
            </a:r>
            <a:endParaRPr lang="en-US" sz="1600" i="1" dirty="0">
              <a:latin typeface="+mj-lt"/>
              <a:cs typeface="Times New Roman" panose="02020603050405020304" pitchFamily="18" charset="0"/>
            </a:endParaRPr>
          </a:p>
        </p:txBody>
      </p:sp>
      <p:sp>
        <p:nvSpPr>
          <p:cNvPr id="30" name="TextBox 29">
            <a:extLst>
              <a:ext uri="{FF2B5EF4-FFF2-40B4-BE49-F238E27FC236}">
                <a16:creationId xmlns:a16="http://schemas.microsoft.com/office/drawing/2014/main" id="{B5ABF475-7775-4FC4-849F-B4028ABC35AB}"/>
              </a:ext>
            </a:extLst>
          </p:cNvPr>
          <p:cNvSpPr txBox="1"/>
          <p:nvPr/>
        </p:nvSpPr>
        <p:spPr>
          <a:xfrm>
            <a:off x="5105003" y="2819894"/>
            <a:ext cx="3752483" cy="584775"/>
          </a:xfrm>
          <a:prstGeom prst="rect">
            <a:avLst/>
          </a:prstGeom>
          <a:noFill/>
        </p:spPr>
        <p:txBody>
          <a:bodyPr wrap="square">
            <a:spAutoFit/>
          </a:bodyPr>
          <a:lstStyle/>
          <a:p>
            <a:pPr algn="ctr"/>
            <a:r>
              <a:rPr lang="en-US" sz="1600" i="1" dirty="0" err="1">
                <a:latin typeface="+mj-lt"/>
                <a:cs typeface="Times New Roman" panose="02020603050405020304" pitchFamily="18" charset="0"/>
              </a:rPr>
              <a:t>Hình</a:t>
            </a:r>
            <a:r>
              <a:rPr lang="en-US" sz="1600" i="1" dirty="0">
                <a:latin typeface="+mj-lt"/>
                <a:cs typeface="Times New Roman" panose="02020603050405020304" pitchFamily="18" charset="0"/>
              </a:rPr>
              <a:t> 21 </a:t>
            </a:r>
            <a:r>
              <a:rPr lang="en-US" sz="1600" i="1" dirty="0" err="1">
                <a:latin typeface="+mj-lt"/>
                <a:cs typeface="Times New Roman" panose="02020603050405020304" pitchFamily="18" charset="0"/>
              </a:rPr>
              <a:t>Một</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số</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ví</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dụ</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đối</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tượng</a:t>
            </a:r>
            <a:r>
              <a:rPr lang="en-US" sz="1600" i="1" dirty="0">
                <a:latin typeface="+mj-lt"/>
                <a:cs typeface="Times New Roman" panose="02020603050405020304" pitchFamily="18" charset="0"/>
              </a:rPr>
              <a:t> – </a:t>
            </a:r>
            <a:r>
              <a:rPr lang="en-US" sz="1600" i="1" dirty="0" err="1">
                <a:latin typeface="+mj-lt"/>
                <a:cs typeface="Times New Roman" panose="02020603050405020304" pitchFamily="18" charset="0"/>
              </a:rPr>
              <a:t>màu</a:t>
            </a:r>
            <a:r>
              <a:rPr lang="en-US" sz="1600" i="1" dirty="0">
                <a:latin typeface="+mj-lt"/>
                <a:cs typeface="Times New Roman" panose="02020603050405020304" pitchFamily="18" charset="0"/>
              </a:rPr>
              <a:t> </a:t>
            </a:r>
            <a:r>
              <a:rPr lang="en-US" sz="1600" i="1" dirty="0" err="1">
                <a:latin typeface="+mj-lt"/>
                <a:cs typeface="Times New Roman" panose="02020603050405020304" pitchFamily="18" charset="0"/>
              </a:rPr>
              <a:t>sắc</a:t>
            </a:r>
            <a:endParaRPr lang="en-US" sz="1600" i="1"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F296C7FC-1E6F-4D0E-8974-E4B8B383D8C2}"/>
              </a:ext>
            </a:extLst>
          </p:cNvPr>
          <p:cNvSpPr>
            <a:spLocks noGrp="1"/>
          </p:cNvSpPr>
          <p:nvPr>
            <p:ph type="sldNum" sz="quarter" idx="11"/>
          </p:nvPr>
        </p:nvSpPr>
        <p:spPr/>
        <p:txBody>
          <a:bodyPr/>
          <a:lstStyle/>
          <a:p>
            <a:pPr>
              <a:defRPr/>
            </a:pPr>
            <a:fld id="{E9BFE15A-3346-4571-882B-EB624BC8BD4C}" type="slidenum">
              <a:rPr lang="en-US" smtClean="0"/>
              <a:pPr>
                <a:defRPr/>
              </a:pPr>
              <a:t>30</a:t>
            </a:fld>
            <a:endParaRPr lang="en-US" dirty="0"/>
          </a:p>
        </p:txBody>
      </p:sp>
    </p:spTree>
    <p:extLst>
      <p:ext uri="{BB962C8B-B14F-4D97-AF65-F5344CB8AC3E}">
        <p14:creationId xmlns:p14="http://schemas.microsoft.com/office/powerpoint/2010/main" val="14995568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DE3B-5035-41D9-9562-13FC757FAE7F}"/>
              </a:ext>
            </a:extLst>
          </p:cNvPr>
          <p:cNvSpPr>
            <a:spLocks noGrp="1"/>
          </p:cNvSpPr>
          <p:nvPr>
            <p:ph type="title"/>
          </p:nvPr>
        </p:nvSpPr>
        <p:spPr/>
        <p:txBody>
          <a:bodyPr/>
          <a:lstStyle/>
          <a:p>
            <a:r>
              <a:rPr lang="en-US" sz="2400" dirty="0" err="1"/>
              <a:t>Nghiên</a:t>
            </a:r>
            <a:r>
              <a:rPr lang="en-US" sz="2400" dirty="0"/>
              <a:t> </a:t>
            </a:r>
            <a:r>
              <a:rPr lang="en-US" sz="2400" dirty="0" err="1"/>
              <a:t>cứu</a:t>
            </a:r>
            <a:r>
              <a:rPr lang="en-US" sz="2400" dirty="0"/>
              <a:t> </a:t>
            </a:r>
            <a:r>
              <a:rPr lang="en-US" sz="2400" dirty="0" err="1"/>
              <a:t>tương</a:t>
            </a:r>
            <a:r>
              <a:rPr lang="en-US" sz="2400" dirty="0"/>
              <a:t> </a:t>
            </a:r>
            <a:r>
              <a:rPr lang="en-US" sz="2400" dirty="0" err="1"/>
              <a:t>tác</a:t>
            </a:r>
            <a:r>
              <a:rPr lang="en-US" sz="2400" dirty="0"/>
              <a:t> </a:t>
            </a:r>
            <a:r>
              <a:rPr lang="en-US" sz="2400" dirty="0" err="1"/>
              <a:t>người</a:t>
            </a:r>
            <a:r>
              <a:rPr lang="en-US" sz="2400" dirty="0"/>
              <a:t> </a:t>
            </a:r>
            <a:r>
              <a:rPr lang="en-US" sz="2400" dirty="0" err="1"/>
              <a:t>dùng</a:t>
            </a:r>
            <a:r>
              <a:rPr lang="en-US" sz="2400" dirty="0"/>
              <a:t> - </a:t>
            </a:r>
            <a:r>
              <a:rPr lang="en-US" sz="2400" dirty="0" err="1"/>
              <a:t>ứng</a:t>
            </a:r>
            <a:r>
              <a:rPr lang="en-US" sz="2400" dirty="0"/>
              <a:t> </a:t>
            </a:r>
            <a:r>
              <a:rPr lang="en-US" sz="2400" dirty="0" err="1"/>
              <a:t>dụng</a:t>
            </a:r>
            <a:endParaRPr lang="en-US" sz="2400" dirty="0"/>
          </a:p>
        </p:txBody>
      </p:sp>
      <p:sp>
        <p:nvSpPr>
          <p:cNvPr id="3" name="Content Placeholder 2">
            <a:extLst>
              <a:ext uri="{FF2B5EF4-FFF2-40B4-BE49-F238E27FC236}">
                <a16:creationId xmlns:a16="http://schemas.microsoft.com/office/drawing/2014/main" id="{3CC87E9B-3C0A-4977-8408-1F6A7BA4B6F0}"/>
              </a:ext>
            </a:extLst>
          </p:cNvPr>
          <p:cNvSpPr>
            <a:spLocks noGrp="1"/>
          </p:cNvSpPr>
          <p:nvPr>
            <p:ph idx="1"/>
          </p:nvPr>
        </p:nvSpPr>
        <p:spPr>
          <a:xfrm>
            <a:off x="207628" y="990600"/>
            <a:ext cx="8631572" cy="4334012"/>
          </a:xfrm>
        </p:spPr>
        <p:txBody>
          <a:bodyPr/>
          <a:lstStyle/>
          <a:p>
            <a:r>
              <a:rPr lang="en-US" sz="2000" dirty="0" err="1">
                <a:latin typeface="+mj-lt"/>
              </a:rPr>
              <a:t>Khảo</a:t>
            </a:r>
            <a:r>
              <a:rPr lang="en-US" sz="2000" dirty="0">
                <a:latin typeface="+mj-lt"/>
              </a:rPr>
              <a:t> </a:t>
            </a:r>
            <a:r>
              <a:rPr lang="en-US" sz="2000" dirty="0" err="1">
                <a:latin typeface="+mj-lt"/>
              </a:rPr>
              <a:t>sát</a:t>
            </a:r>
            <a:r>
              <a:rPr lang="en-US" sz="2000" dirty="0">
                <a:latin typeface="+mj-lt"/>
              </a:rPr>
              <a:t> </a:t>
            </a:r>
            <a:r>
              <a:rPr lang="en-US" sz="2000" dirty="0" err="1">
                <a:latin typeface="+mj-lt"/>
              </a:rPr>
              <a:t>thực</a:t>
            </a:r>
            <a:r>
              <a:rPr lang="en-US" sz="2000" dirty="0">
                <a:latin typeface="+mj-lt"/>
              </a:rPr>
              <a:t> </a:t>
            </a:r>
            <a:r>
              <a:rPr lang="en-US" sz="2000" dirty="0" err="1">
                <a:latin typeface="+mj-lt"/>
              </a:rPr>
              <a:t>tế</a:t>
            </a:r>
            <a:r>
              <a:rPr lang="en-US" sz="2000" dirty="0">
                <a:latin typeface="+mj-lt"/>
              </a:rPr>
              <a:t> </a:t>
            </a:r>
            <a:r>
              <a:rPr lang="en-US" sz="2000" dirty="0" err="1">
                <a:latin typeface="+mj-lt"/>
              </a:rPr>
              <a:t>tại</a:t>
            </a:r>
            <a:r>
              <a:rPr lang="en-US" sz="2000" dirty="0">
                <a:latin typeface="+mj-lt"/>
              </a:rPr>
              <a:t> </a:t>
            </a:r>
            <a:r>
              <a:rPr lang="en-US" sz="2000" dirty="0" err="1">
                <a:latin typeface="+mj-lt"/>
              </a:rPr>
              <a:t>các</a:t>
            </a:r>
            <a:r>
              <a:rPr lang="en-US" sz="2000" dirty="0">
                <a:latin typeface="+mj-lt"/>
              </a:rPr>
              <a:t> </a:t>
            </a:r>
            <a:r>
              <a:rPr lang="en-US" sz="2000" dirty="0" err="1">
                <a:latin typeface="+mj-lt"/>
              </a:rPr>
              <a:t>các</a:t>
            </a:r>
            <a:r>
              <a:rPr lang="en-US" sz="2000" dirty="0">
                <a:latin typeface="+mj-lt"/>
              </a:rPr>
              <a:t> </a:t>
            </a:r>
            <a:r>
              <a:rPr lang="en-US" sz="2000" dirty="0" err="1">
                <a:latin typeface="+mj-lt"/>
              </a:rPr>
              <a:t>đơn</a:t>
            </a:r>
            <a:r>
              <a:rPr lang="en-US" sz="2000" dirty="0">
                <a:latin typeface="+mj-lt"/>
              </a:rPr>
              <a:t> </a:t>
            </a:r>
            <a:r>
              <a:rPr lang="en-US" sz="2000" dirty="0" err="1">
                <a:latin typeface="+mj-lt"/>
              </a:rPr>
              <a:t>vị</a:t>
            </a:r>
            <a:r>
              <a:rPr lang="en-US" sz="2000" dirty="0">
                <a:latin typeface="+mj-lt"/>
              </a:rPr>
              <a:t> </a:t>
            </a:r>
            <a:r>
              <a:rPr lang="en-US" sz="2000" dirty="0" err="1">
                <a:latin typeface="+mj-lt"/>
              </a:rPr>
              <a:t>của</a:t>
            </a:r>
            <a:r>
              <a:rPr lang="en-US" sz="2000" dirty="0">
                <a:latin typeface="+mj-lt"/>
              </a:rPr>
              <a:t> </a:t>
            </a:r>
            <a:r>
              <a:rPr lang="en-US" sz="2000" dirty="0" err="1">
                <a:latin typeface="+mj-lt"/>
              </a:rPr>
              <a:t>người</a:t>
            </a:r>
            <a:r>
              <a:rPr lang="en-US" sz="2000" dirty="0">
                <a:latin typeface="+mj-lt"/>
              </a:rPr>
              <a:t> </a:t>
            </a:r>
            <a:r>
              <a:rPr lang="en-US" sz="2000" dirty="0" err="1">
                <a:latin typeface="+mj-lt"/>
              </a:rPr>
              <a:t>mù</a:t>
            </a:r>
            <a:endParaRPr lang="en-US" sz="2000" dirty="0">
              <a:latin typeface="+mj-lt"/>
            </a:endParaRPr>
          </a:p>
          <a:p>
            <a:pPr lvl="1"/>
            <a:r>
              <a:rPr lang="en-US" sz="1800" dirty="0"/>
              <a:t>Trường </a:t>
            </a:r>
            <a:r>
              <a:rPr lang="en-US" sz="1800" dirty="0" err="1"/>
              <a:t>Phổ</a:t>
            </a:r>
            <a:r>
              <a:rPr lang="en-US" sz="1800" dirty="0"/>
              <a:t> </a:t>
            </a:r>
            <a:r>
              <a:rPr lang="en-US" sz="1800" dirty="0" err="1"/>
              <a:t>thông</a:t>
            </a:r>
            <a:r>
              <a:rPr lang="en-US" sz="1800" dirty="0"/>
              <a:t> </a:t>
            </a:r>
            <a:r>
              <a:rPr lang="en-US" sz="1800" dirty="0" err="1"/>
              <a:t>đặc</a:t>
            </a:r>
            <a:r>
              <a:rPr lang="en-US" sz="1800" dirty="0"/>
              <a:t> </a:t>
            </a:r>
            <a:r>
              <a:rPr lang="en-US" sz="1800" dirty="0" err="1"/>
              <a:t>biệt</a:t>
            </a:r>
            <a:r>
              <a:rPr lang="en-US" sz="1800" dirty="0"/>
              <a:t> Nguyễn Đình </a:t>
            </a:r>
            <a:r>
              <a:rPr lang="en-US" sz="1800" dirty="0" err="1"/>
              <a:t>Chiểu</a:t>
            </a:r>
            <a:r>
              <a:rPr lang="en-US" sz="1800" dirty="0"/>
              <a:t>.</a:t>
            </a:r>
          </a:p>
          <a:p>
            <a:pPr lvl="1"/>
            <a:r>
              <a:rPr lang="en-US" sz="1800" dirty="0" err="1"/>
              <a:t>Hội</a:t>
            </a:r>
            <a:r>
              <a:rPr lang="en-US" sz="1800" dirty="0"/>
              <a:t> </a:t>
            </a:r>
            <a:r>
              <a:rPr lang="en-US" sz="1800" dirty="0" err="1"/>
              <a:t>người</a:t>
            </a:r>
            <a:r>
              <a:rPr lang="en-US" sz="1800" dirty="0"/>
              <a:t> </a:t>
            </a:r>
            <a:r>
              <a:rPr lang="en-US" sz="1800" dirty="0" err="1"/>
              <a:t>mù</a:t>
            </a:r>
            <a:r>
              <a:rPr lang="en-US" sz="1800" dirty="0"/>
              <a:t> Việt Nam.</a:t>
            </a:r>
          </a:p>
          <a:p>
            <a:r>
              <a:rPr lang="en-US" sz="2000" dirty="0" err="1">
                <a:latin typeface="+mj-lt"/>
              </a:rPr>
              <a:t>Tiếp</a:t>
            </a:r>
            <a:r>
              <a:rPr lang="en-US" sz="2000" dirty="0">
                <a:latin typeface="+mj-lt"/>
              </a:rPr>
              <a:t> </a:t>
            </a:r>
            <a:r>
              <a:rPr lang="en-US" sz="2000" dirty="0" err="1">
                <a:latin typeface="+mj-lt"/>
              </a:rPr>
              <a:t>nhận</a:t>
            </a:r>
            <a:r>
              <a:rPr lang="en-US" sz="2000" dirty="0">
                <a:latin typeface="+mj-lt"/>
              </a:rPr>
              <a:t> </a:t>
            </a:r>
            <a:r>
              <a:rPr lang="en-US" sz="2000" dirty="0" err="1">
                <a:latin typeface="+mj-lt"/>
              </a:rPr>
              <a:t>nhu</a:t>
            </a:r>
            <a:r>
              <a:rPr lang="en-US" sz="2000" dirty="0">
                <a:latin typeface="+mj-lt"/>
              </a:rPr>
              <a:t> </a:t>
            </a:r>
            <a:r>
              <a:rPr lang="en-US" sz="2000" dirty="0" err="1">
                <a:latin typeface="+mj-lt"/>
              </a:rPr>
              <a:t>cầu</a:t>
            </a:r>
            <a:r>
              <a:rPr lang="en-US" sz="2000" dirty="0">
                <a:latin typeface="+mj-lt"/>
              </a:rPr>
              <a:t>, </a:t>
            </a:r>
            <a:r>
              <a:rPr lang="en-US" sz="2000" dirty="0" err="1">
                <a:latin typeface="+mj-lt"/>
              </a:rPr>
              <a:t>phản</a:t>
            </a:r>
            <a:r>
              <a:rPr lang="en-US" sz="2000" dirty="0">
                <a:latin typeface="+mj-lt"/>
              </a:rPr>
              <a:t> </a:t>
            </a:r>
            <a:r>
              <a:rPr lang="en-US" sz="2000" dirty="0" err="1">
                <a:latin typeface="+mj-lt"/>
              </a:rPr>
              <a:t>hồi</a:t>
            </a:r>
            <a:r>
              <a:rPr lang="en-US" sz="2000" dirty="0">
                <a:latin typeface="+mj-lt"/>
              </a:rPr>
              <a:t> </a:t>
            </a:r>
            <a:r>
              <a:rPr lang="en-US" sz="2000" dirty="0" err="1">
                <a:latin typeface="+mj-lt"/>
              </a:rPr>
              <a:t>để</a:t>
            </a:r>
            <a:r>
              <a:rPr lang="en-US" sz="2000" dirty="0">
                <a:latin typeface="+mj-lt"/>
              </a:rPr>
              <a:t> </a:t>
            </a:r>
            <a:r>
              <a:rPr lang="en-US" sz="2000" dirty="0" err="1">
                <a:latin typeface="+mj-lt"/>
              </a:rPr>
              <a:t>điều</a:t>
            </a:r>
            <a:r>
              <a:rPr lang="en-US" sz="2000" dirty="0">
                <a:latin typeface="+mj-lt"/>
              </a:rPr>
              <a:t> </a:t>
            </a:r>
            <a:r>
              <a:rPr lang="en-US" sz="2000" dirty="0" err="1">
                <a:latin typeface="+mj-lt"/>
              </a:rPr>
              <a:t>chỉnh</a:t>
            </a:r>
            <a:r>
              <a:rPr lang="en-US" sz="2000" dirty="0">
                <a:latin typeface="+mj-lt"/>
              </a:rPr>
              <a:t> </a:t>
            </a:r>
            <a:r>
              <a:rPr lang="en-US" sz="2000" dirty="0" err="1">
                <a:latin typeface="+mj-lt"/>
              </a:rPr>
              <a:t>sát</a:t>
            </a:r>
            <a:r>
              <a:rPr lang="en-US" sz="2000" dirty="0">
                <a:latin typeface="+mj-lt"/>
              </a:rPr>
              <a:t> </a:t>
            </a:r>
            <a:r>
              <a:rPr lang="en-US" sz="2000" dirty="0" err="1">
                <a:latin typeface="+mj-lt"/>
              </a:rPr>
              <a:t>thực</a:t>
            </a:r>
            <a:r>
              <a:rPr lang="en-US" sz="2000" dirty="0">
                <a:latin typeface="+mj-lt"/>
              </a:rPr>
              <a:t> </a:t>
            </a:r>
            <a:r>
              <a:rPr lang="en-US" sz="2000" dirty="0" err="1">
                <a:latin typeface="+mj-lt"/>
              </a:rPr>
              <a:t>tế</a:t>
            </a:r>
            <a:r>
              <a:rPr lang="en-US" sz="2000" dirty="0">
                <a:latin typeface="+mj-lt"/>
              </a:rPr>
              <a:t> </a:t>
            </a:r>
            <a:r>
              <a:rPr lang="en-US" sz="2000" dirty="0" err="1">
                <a:latin typeface="+mj-lt"/>
              </a:rPr>
              <a:t>sử</a:t>
            </a:r>
            <a:r>
              <a:rPr lang="en-US" sz="2000" dirty="0">
                <a:latin typeface="+mj-lt"/>
              </a:rPr>
              <a:t> </a:t>
            </a:r>
            <a:r>
              <a:rPr lang="en-US" sz="2000" dirty="0" err="1">
                <a:latin typeface="+mj-lt"/>
              </a:rPr>
              <a:t>dụng</a:t>
            </a:r>
            <a:endParaRPr lang="en-US" sz="2000" dirty="0">
              <a:latin typeface="+mj-lt"/>
            </a:endParaRPr>
          </a:p>
        </p:txBody>
      </p:sp>
      <p:pic>
        <p:nvPicPr>
          <p:cNvPr id="14" name="Picture 13">
            <a:extLst>
              <a:ext uri="{FF2B5EF4-FFF2-40B4-BE49-F238E27FC236}">
                <a16:creationId xmlns:a16="http://schemas.microsoft.com/office/drawing/2014/main" id="{7C255633-1780-4371-A753-07FDEC719239}"/>
              </a:ext>
            </a:extLst>
          </p:cNvPr>
          <p:cNvPicPr>
            <a:picLocks noChangeAspect="1"/>
          </p:cNvPicPr>
          <p:nvPr/>
        </p:nvPicPr>
        <p:blipFill>
          <a:blip r:embed="rId2"/>
          <a:stretch>
            <a:fillRect/>
          </a:stretch>
        </p:blipFill>
        <p:spPr>
          <a:xfrm>
            <a:off x="1341237" y="2540375"/>
            <a:ext cx="2587364" cy="1724236"/>
          </a:xfrm>
          <a:prstGeom prst="rect">
            <a:avLst/>
          </a:prstGeom>
        </p:spPr>
      </p:pic>
      <p:sp>
        <p:nvSpPr>
          <p:cNvPr id="15" name="TextBox 14">
            <a:extLst>
              <a:ext uri="{FF2B5EF4-FFF2-40B4-BE49-F238E27FC236}">
                <a16:creationId xmlns:a16="http://schemas.microsoft.com/office/drawing/2014/main" id="{D1E9DF1A-E902-4136-AA4F-4963B65D79FB}"/>
              </a:ext>
            </a:extLst>
          </p:cNvPr>
          <p:cNvSpPr txBox="1"/>
          <p:nvPr/>
        </p:nvSpPr>
        <p:spPr>
          <a:xfrm>
            <a:off x="307206" y="2995673"/>
            <a:ext cx="1053502" cy="1169551"/>
          </a:xfrm>
          <a:prstGeom prst="rect">
            <a:avLst/>
          </a:prstGeom>
          <a:noFill/>
        </p:spPr>
        <p:txBody>
          <a:bodyPr wrap="square">
            <a:spAutoFit/>
          </a:bodyPr>
          <a:lstStyle/>
          <a:p>
            <a:pPr defTabSz="685800"/>
            <a:r>
              <a:rPr lang="en-US" sz="1400" b="1" dirty="0">
                <a:solidFill>
                  <a:srgbClr val="0000CC"/>
                </a:solidFill>
                <a:latin typeface="+mj-lt"/>
                <a:cs typeface="Times New Roman" panose="02020603050405020304" pitchFamily="18" charset="0"/>
              </a:rPr>
              <a:t>Trường PTĐB Nguyễn Đình </a:t>
            </a:r>
            <a:r>
              <a:rPr lang="en-US" sz="1400" b="1" dirty="0" err="1">
                <a:solidFill>
                  <a:srgbClr val="0000CC"/>
                </a:solidFill>
                <a:latin typeface="+mj-lt"/>
                <a:cs typeface="Times New Roman" panose="02020603050405020304" pitchFamily="18" charset="0"/>
              </a:rPr>
              <a:t>Chiểu</a:t>
            </a:r>
            <a:endParaRPr lang="en-US" sz="1400" b="1" dirty="0">
              <a:solidFill>
                <a:srgbClr val="0000CC"/>
              </a:solidFill>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CDE90FCC-3D5B-4159-A87B-B37895A25974}"/>
              </a:ext>
            </a:extLst>
          </p:cNvPr>
          <p:cNvSpPr>
            <a:spLocks noGrp="1"/>
          </p:cNvSpPr>
          <p:nvPr>
            <p:ph type="sldNum" sz="quarter" idx="11"/>
          </p:nvPr>
        </p:nvSpPr>
        <p:spPr/>
        <p:txBody>
          <a:bodyPr/>
          <a:lstStyle/>
          <a:p>
            <a:pPr>
              <a:defRPr/>
            </a:pPr>
            <a:fld id="{E9BFE15A-3346-4571-882B-EB624BC8BD4C}" type="slidenum">
              <a:rPr lang="en-US" smtClean="0"/>
              <a:pPr>
                <a:defRPr/>
              </a:pPr>
              <a:t>31</a:t>
            </a:fld>
            <a:endParaRPr lang="en-US" dirty="0"/>
          </a:p>
        </p:txBody>
      </p:sp>
      <p:pic>
        <p:nvPicPr>
          <p:cNvPr id="9" name="Picture 8">
            <a:extLst>
              <a:ext uri="{FF2B5EF4-FFF2-40B4-BE49-F238E27FC236}">
                <a16:creationId xmlns:a16="http://schemas.microsoft.com/office/drawing/2014/main" id="{4DBDFF85-986D-4E74-8A8A-7B32400387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3301" y="2438400"/>
            <a:ext cx="2731099" cy="1842566"/>
          </a:xfrm>
          <a:prstGeom prst="rect">
            <a:avLst/>
          </a:prstGeom>
        </p:spPr>
      </p:pic>
      <p:pic>
        <p:nvPicPr>
          <p:cNvPr id="16" name="Picture 15">
            <a:extLst>
              <a:ext uri="{FF2B5EF4-FFF2-40B4-BE49-F238E27FC236}">
                <a16:creationId xmlns:a16="http://schemas.microsoft.com/office/drawing/2014/main" id="{AE8ACD7A-2356-43A7-9CA2-7249F766750F}"/>
              </a:ext>
            </a:extLst>
          </p:cNvPr>
          <p:cNvPicPr/>
          <p:nvPr/>
        </p:nvPicPr>
        <p:blipFill rotWithShape="1">
          <a:blip r:embed="rId4" cstate="print">
            <a:extLst>
              <a:ext uri="{28A0092B-C50C-407E-A947-70E740481C1C}">
                <a14:useLocalDpi xmlns:a14="http://schemas.microsoft.com/office/drawing/2010/main" val="0"/>
              </a:ext>
            </a:extLst>
          </a:blip>
          <a:srcRect t="32972"/>
          <a:stretch/>
        </p:blipFill>
        <p:spPr bwMode="auto">
          <a:xfrm>
            <a:off x="5833437" y="4349301"/>
            <a:ext cx="2827165" cy="1745595"/>
          </a:xfrm>
          <a:prstGeom prst="rect">
            <a:avLst/>
          </a:prstGeom>
          <a:noFill/>
          <a:ln>
            <a:noFill/>
          </a:ln>
        </p:spPr>
      </p:pic>
      <p:sp>
        <p:nvSpPr>
          <p:cNvPr id="18" name="TextBox 17">
            <a:extLst>
              <a:ext uri="{FF2B5EF4-FFF2-40B4-BE49-F238E27FC236}">
                <a16:creationId xmlns:a16="http://schemas.microsoft.com/office/drawing/2014/main" id="{0E66D9C5-224A-43CC-9344-E1195DE01F2A}"/>
              </a:ext>
            </a:extLst>
          </p:cNvPr>
          <p:cNvSpPr txBox="1"/>
          <p:nvPr/>
        </p:nvSpPr>
        <p:spPr>
          <a:xfrm>
            <a:off x="5026339" y="2721118"/>
            <a:ext cx="776962" cy="1131079"/>
          </a:xfrm>
          <a:prstGeom prst="rect">
            <a:avLst/>
          </a:prstGeom>
          <a:noFill/>
        </p:spPr>
        <p:txBody>
          <a:bodyPr wrap="square">
            <a:spAutoFit/>
          </a:bodyPr>
          <a:lstStyle/>
          <a:p>
            <a:pPr defTabSz="685800"/>
            <a:r>
              <a:rPr lang="en-US" sz="1350" b="1" dirty="0" err="1">
                <a:solidFill>
                  <a:srgbClr val="0000CC"/>
                </a:solidFill>
                <a:latin typeface="+mj-lt"/>
                <a:cs typeface="Times New Roman" panose="02020603050405020304" pitchFamily="18" charset="0"/>
              </a:rPr>
              <a:t>Hội</a:t>
            </a:r>
            <a:r>
              <a:rPr lang="en-US" sz="1350" b="1" dirty="0">
                <a:solidFill>
                  <a:srgbClr val="0000CC"/>
                </a:solidFill>
                <a:latin typeface="+mj-lt"/>
                <a:cs typeface="Times New Roman" panose="02020603050405020304" pitchFamily="18" charset="0"/>
              </a:rPr>
              <a:t> </a:t>
            </a:r>
            <a:r>
              <a:rPr lang="en-US" sz="1350" b="1" dirty="0" err="1">
                <a:solidFill>
                  <a:srgbClr val="0000CC"/>
                </a:solidFill>
                <a:latin typeface="+mj-lt"/>
                <a:cs typeface="Times New Roman" panose="02020603050405020304" pitchFamily="18" charset="0"/>
              </a:rPr>
              <a:t>người</a:t>
            </a:r>
            <a:r>
              <a:rPr lang="en-US" sz="1350" b="1" dirty="0">
                <a:solidFill>
                  <a:srgbClr val="0000CC"/>
                </a:solidFill>
                <a:latin typeface="+mj-lt"/>
                <a:cs typeface="Times New Roman" panose="02020603050405020304" pitchFamily="18" charset="0"/>
              </a:rPr>
              <a:t> </a:t>
            </a:r>
            <a:r>
              <a:rPr lang="en-US" sz="1350" b="1" dirty="0" err="1">
                <a:solidFill>
                  <a:srgbClr val="0000CC"/>
                </a:solidFill>
                <a:latin typeface="+mj-lt"/>
                <a:cs typeface="Times New Roman" panose="02020603050405020304" pitchFamily="18" charset="0"/>
              </a:rPr>
              <a:t>mù</a:t>
            </a:r>
            <a:r>
              <a:rPr lang="en-US" sz="1350" b="1" dirty="0">
                <a:solidFill>
                  <a:srgbClr val="0000CC"/>
                </a:solidFill>
                <a:latin typeface="+mj-lt"/>
                <a:cs typeface="Times New Roman" panose="02020603050405020304" pitchFamily="18" charset="0"/>
              </a:rPr>
              <a:t> </a:t>
            </a:r>
            <a:r>
              <a:rPr lang="en-US" sz="1350" b="1" dirty="0" err="1">
                <a:solidFill>
                  <a:srgbClr val="0000CC"/>
                </a:solidFill>
                <a:latin typeface="+mj-lt"/>
                <a:cs typeface="Times New Roman" panose="02020603050405020304" pitchFamily="18" charset="0"/>
              </a:rPr>
              <a:t>Nha</a:t>
            </a:r>
            <a:r>
              <a:rPr lang="en-US" sz="1350" b="1" dirty="0">
                <a:solidFill>
                  <a:srgbClr val="0000CC"/>
                </a:solidFill>
                <a:latin typeface="+mj-lt"/>
                <a:cs typeface="Times New Roman" panose="02020603050405020304" pitchFamily="18" charset="0"/>
              </a:rPr>
              <a:t> Trang</a:t>
            </a:r>
          </a:p>
        </p:txBody>
      </p:sp>
      <p:sp>
        <p:nvSpPr>
          <p:cNvPr id="19" name="TextBox 18">
            <a:extLst>
              <a:ext uri="{FF2B5EF4-FFF2-40B4-BE49-F238E27FC236}">
                <a16:creationId xmlns:a16="http://schemas.microsoft.com/office/drawing/2014/main" id="{9FCFB989-1927-42B3-B835-5DFE2EFADB48}"/>
              </a:ext>
            </a:extLst>
          </p:cNvPr>
          <p:cNvSpPr txBox="1"/>
          <p:nvPr/>
        </p:nvSpPr>
        <p:spPr>
          <a:xfrm>
            <a:off x="4987227" y="4760433"/>
            <a:ext cx="776963" cy="923330"/>
          </a:xfrm>
          <a:prstGeom prst="rect">
            <a:avLst/>
          </a:prstGeom>
          <a:noFill/>
        </p:spPr>
        <p:txBody>
          <a:bodyPr wrap="square">
            <a:spAutoFit/>
          </a:bodyPr>
          <a:lstStyle/>
          <a:p>
            <a:pPr defTabSz="685800"/>
            <a:r>
              <a:rPr lang="en-US" sz="1350" b="1" dirty="0" err="1">
                <a:solidFill>
                  <a:srgbClr val="0000CC"/>
                </a:solidFill>
                <a:latin typeface="+mj-lt"/>
                <a:cs typeface="Times New Roman" panose="02020603050405020304" pitchFamily="18" charset="0"/>
              </a:rPr>
              <a:t>Hội</a:t>
            </a:r>
            <a:r>
              <a:rPr lang="en-US" sz="1350" b="1" dirty="0">
                <a:solidFill>
                  <a:srgbClr val="0000CC"/>
                </a:solidFill>
                <a:latin typeface="+mj-lt"/>
                <a:cs typeface="Times New Roman" panose="02020603050405020304" pitchFamily="18" charset="0"/>
              </a:rPr>
              <a:t> </a:t>
            </a:r>
            <a:r>
              <a:rPr lang="en-US" sz="1350" b="1" dirty="0" err="1">
                <a:solidFill>
                  <a:srgbClr val="0000CC"/>
                </a:solidFill>
                <a:latin typeface="+mj-lt"/>
                <a:cs typeface="Times New Roman" panose="02020603050405020304" pitchFamily="18" charset="0"/>
              </a:rPr>
              <a:t>người</a:t>
            </a:r>
            <a:r>
              <a:rPr lang="en-US" sz="1350" b="1" dirty="0">
                <a:solidFill>
                  <a:srgbClr val="0000CC"/>
                </a:solidFill>
                <a:latin typeface="+mj-lt"/>
                <a:cs typeface="Times New Roman" panose="02020603050405020304" pitchFamily="18" charset="0"/>
              </a:rPr>
              <a:t> </a:t>
            </a:r>
            <a:r>
              <a:rPr lang="en-US" sz="1350" b="1" dirty="0" err="1">
                <a:solidFill>
                  <a:srgbClr val="0000CC"/>
                </a:solidFill>
                <a:latin typeface="+mj-lt"/>
                <a:cs typeface="Times New Roman" panose="02020603050405020304" pitchFamily="18" charset="0"/>
              </a:rPr>
              <a:t>mù</a:t>
            </a:r>
            <a:r>
              <a:rPr lang="en-US" sz="1350" b="1" dirty="0">
                <a:solidFill>
                  <a:srgbClr val="0000CC"/>
                </a:solidFill>
                <a:latin typeface="+mj-lt"/>
                <a:cs typeface="Times New Roman" panose="02020603050405020304" pitchFamily="18" charset="0"/>
              </a:rPr>
              <a:t> </a:t>
            </a:r>
            <a:r>
              <a:rPr lang="en-US" sz="1350" b="1" dirty="0" err="1">
                <a:solidFill>
                  <a:srgbClr val="0000CC"/>
                </a:solidFill>
                <a:latin typeface="+mj-lt"/>
                <a:cs typeface="Times New Roman" panose="02020603050405020304" pitchFamily="18" charset="0"/>
              </a:rPr>
              <a:t>Hà</a:t>
            </a:r>
            <a:r>
              <a:rPr lang="en-US" sz="1350" b="1" dirty="0">
                <a:solidFill>
                  <a:srgbClr val="0000CC"/>
                </a:solidFill>
                <a:latin typeface="+mj-lt"/>
                <a:cs typeface="Times New Roman" panose="02020603050405020304" pitchFamily="18" charset="0"/>
              </a:rPr>
              <a:t> </a:t>
            </a:r>
            <a:r>
              <a:rPr lang="en-US" sz="1350" b="1" dirty="0" err="1">
                <a:solidFill>
                  <a:srgbClr val="0000CC"/>
                </a:solidFill>
                <a:latin typeface="+mj-lt"/>
                <a:cs typeface="Times New Roman" panose="02020603050405020304" pitchFamily="18" charset="0"/>
              </a:rPr>
              <a:t>Nội</a:t>
            </a:r>
            <a:endParaRPr lang="en-US" sz="1350" b="1" dirty="0">
              <a:solidFill>
                <a:srgbClr val="0000CC"/>
              </a:solidFill>
              <a:latin typeface="+mj-lt"/>
              <a:cs typeface="Times New Roman" panose="02020603050405020304" pitchFamily="18" charset="0"/>
            </a:endParaRPr>
          </a:p>
        </p:txBody>
      </p:sp>
      <p:pic>
        <p:nvPicPr>
          <p:cNvPr id="20" name="Picture 19">
            <a:extLst>
              <a:ext uri="{FF2B5EF4-FFF2-40B4-BE49-F238E27FC236}">
                <a16:creationId xmlns:a16="http://schemas.microsoft.com/office/drawing/2014/main" id="{D7E55A65-E9FC-4656-B7A4-A4B68C3531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84770" y="4353419"/>
            <a:ext cx="2587364" cy="1724909"/>
          </a:xfrm>
          <a:prstGeom prst="rect">
            <a:avLst/>
          </a:prstGeom>
        </p:spPr>
      </p:pic>
      <p:sp>
        <p:nvSpPr>
          <p:cNvPr id="21" name="TextBox 20">
            <a:extLst>
              <a:ext uri="{FF2B5EF4-FFF2-40B4-BE49-F238E27FC236}">
                <a16:creationId xmlns:a16="http://schemas.microsoft.com/office/drawing/2014/main" id="{6163D3B6-28CE-47EC-9EFB-06AB446571CA}"/>
              </a:ext>
            </a:extLst>
          </p:cNvPr>
          <p:cNvSpPr txBox="1"/>
          <p:nvPr/>
        </p:nvSpPr>
        <p:spPr>
          <a:xfrm>
            <a:off x="403693" y="4852563"/>
            <a:ext cx="890792" cy="715581"/>
          </a:xfrm>
          <a:prstGeom prst="rect">
            <a:avLst/>
          </a:prstGeom>
          <a:noFill/>
        </p:spPr>
        <p:txBody>
          <a:bodyPr wrap="square">
            <a:spAutoFit/>
          </a:bodyPr>
          <a:lstStyle/>
          <a:p>
            <a:pPr defTabSz="685800"/>
            <a:r>
              <a:rPr lang="en-US" sz="1350" b="1" dirty="0" err="1">
                <a:solidFill>
                  <a:srgbClr val="0000CC"/>
                </a:solidFill>
                <a:latin typeface="+mj-lt"/>
                <a:cs typeface="Times New Roman" panose="02020603050405020304" pitchFamily="18" charset="0"/>
              </a:rPr>
              <a:t>Nhà</a:t>
            </a:r>
            <a:r>
              <a:rPr lang="en-US" sz="1350" b="1" dirty="0">
                <a:solidFill>
                  <a:srgbClr val="0000CC"/>
                </a:solidFill>
                <a:latin typeface="+mj-lt"/>
                <a:cs typeface="Times New Roman" panose="02020603050405020304" pitchFamily="18" charset="0"/>
              </a:rPr>
              <a:t> </a:t>
            </a:r>
            <a:r>
              <a:rPr lang="en-US" sz="1350" b="1" dirty="0" err="1">
                <a:solidFill>
                  <a:srgbClr val="0000CC"/>
                </a:solidFill>
                <a:latin typeface="+mj-lt"/>
                <a:cs typeface="Times New Roman" panose="02020603050405020304" pitchFamily="18" charset="0"/>
              </a:rPr>
              <a:t>hàng</a:t>
            </a:r>
            <a:r>
              <a:rPr lang="en-US" sz="1350" b="1" dirty="0">
                <a:solidFill>
                  <a:srgbClr val="0000CC"/>
                </a:solidFill>
                <a:latin typeface="+mj-lt"/>
                <a:cs typeface="Times New Roman" panose="02020603050405020304" pitchFamily="18" charset="0"/>
              </a:rPr>
              <a:t> NOIR</a:t>
            </a:r>
          </a:p>
        </p:txBody>
      </p:sp>
      <p:sp>
        <p:nvSpPr>
          <p:cNvPr id="13" name="Content Placeholder 2">
            <a:extLst>
              <a:ext uri="{FF2B5EF4-FFF2-40B4-BE49-F238E27FC236}">
                <a16:creationId xmlns:a16="http://schemas.microsoft.com/office/drawing/2014/main" id="{E8EE131F-D82A-4529-BECD-071969A18A0F}"/>
              </a:ext>
            </a:extLst>
          </p:cNvPr>
          <p:cNvSpPr txBox="1">
            <a:spLocks/>
          </p:cNvSpPr>
          <p:nvPr/>
        </p:nvSpPr>
        <p:spPr>
          <a:xfrm>
            <a:off x="1630664" y="6025080"/>
            <a:ext cx="6228566" cy="680520"/>
          </a:xfrm>
          <a:prstGeom prst="rect">
            <a:avLst/>
          </a:prstGeom>
        </p:spPr>
        <p:txBody>
          <a:bodyPr vert="horz" lIns="91440" tIns="45720" rIns="91440" bIns="45720" rtlCol="0">
            <a:normAutofit/>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400" i="1" dirty="0" err="1">
                <a:latin typeface="+mj-lt"/>
                <a:ea typeface="Arial" panose="020B0604020202020204" pitchFamily="34" charset="0"/>
              </a:rPr>
              <a:t>Hình</a:t>
            </a:r>
            <a:r>
              <a:rPr lang="en-US" sz="1400" i="1" dirty="0">
                <a:latin typeface="+mj-lt"/>
                <a:ea typeface="Arial" panose="020B0604020202020204" pitchFamily="34" charset="0"/>
              </a:rPr>
              <a:t> 23: </a:t>
            </a:r>
            <a:r>
              <a:rPr lang="en-US" sz="1400" i="1" dirty="0" err="1">
                <a:latin typeface="+mj-lt"/>
                <a:ea typeface="Arial" panose="020B0604020202020204" pitchFamily="34" charset="0"/>
              </a:rPr>
              <a:t>Một</a:t>
            </a:r>
            <a:r>
              <a:rPr lang="en-US" sz="1400" i="1" dirty="0">
                <a:latin typeface="+mj-lt"/>
                <a:ea typeface="Arial" panose="020B0604020202020204" pitchFamily="34" charset="0"/>
              </a:rPr>
              <a:t> </a:t>
            </a:r>
            <a:r>
              <a:rPr lang="en-US" sz="1400" i="1" dirty="0" err="1">
                <a:latin typeface="+mj-lt"/>
                <a:ea typeface="Arial" panose="020B0604020202020204" pitchFamily="34" charset="0"/>
              </a:rPr>
              <a:t>số</a:t>
            </a:r>
            <a:r>
              <a:rPr lang="en-US" sz="1400" i="1" dirty="0">
                <a:latin typeface="+mj-lt"/>
                <a:ea typeface="Arial" panose="020B0604020202020204" pitchFamily="34" charset="0"/>
              </a:rPr>
              <a:t> </a:t>
            </a:r>
            <a:r>
              <a:rPr lang="en-US" sz="1400" i="1" dirty="0" err="1">
                <a:latin typeface="+mj-lt"/>
                <a:ea typeface="Arial" panose="020B0604020202020204" pitchFamily="34" charset="0"/>
              </a:rPr>
              <a:t>hình</a:t>
            </a:r>
            <a:r>
              <a:rPr lang="en-US" sz="1400" i="1" dirty="0">
                <a:latin typeface="+mj-lt"/>
                <a:ea typeface="Arial" panose="020B0604020202020204" pitchFamily="34" charset="0"/>
              </a:rPr>
              <a:t> </a:t>
            </a:r>
            <a:r>
              <a:rPr lang="en-US" sz="1400" i="1" dirty="0" err="1">
                <a:latin typeface="+mj-lt"/>
                <a:ea typeface="Arial" panose="020B0604020202020204" pitchFamily="34" charset="0"/>
              </a:rPr>
              <a:t>ảnh</a:t>
            </a:r>
            <a:r>
              <a:rPr lang="en-US" sz="1400" i="1" dirty="0">
                <a:latin typeface="+mj-lt"/>
                <a:ea typeface="Arial" panose="020B0604020202020204" pitchFamily="34" charset="0"/>
              </a:rPr>
              <a:t> </a:t>
            </a:r>
            <a:r>
              <a:rPr lang="en-US" sz="1400" i="1" dirty="0" err="1">
                <a:latin typeface="+mj-lt"/>
                <a:ea typeface="Arial" panose="020B0604020202020204" pitchFamily="34" charset="0"/>
              </a:rPr>
              <a:t>triển</a:t>
            </a:r>
            <a:r>
              <a:rPr lang="en-US" sz="1400" i="1" dirty="0">
                <a:latin typeface="+mj-lt"/>
                <a:ea typeface="Arial" panose="020B0604020202020204" pitchFamily="34" charset="0"/>
              </a:rPr>
              <a:t> </a:t>
            </a:r>
            <a:r>
              <a:rPr lang="en-US" sz="1400" i="1" dirty="0" err="1">
                <a:latin typeface="+mj-lt"/>
                <a:ea typeface="Arial" panose="020B0604020202020204" pitchFamily="34" charset="0"/>
              </a:rPr>
              <a:t>khai</a:t>
            </a:r>
            <a:r>
              <a:rPr lang="en-US" sz="1400" i="1" dirty="0">
                <a:latin typeface="+mj-lt"/>
                <a:ea typeface="Arial" panose="020B0604020202020204" pitchFamily="34" charset="0"/>
              </a:rPr>
              <a:t> </a:t>
            </a:r>
            <a:r>
              <a:rPr lang="en-US" sz="1400" i="1" dirty="0" err="1">
                <a:latin typeface="+mj-lt"/>
                <a:ea typeface="Arial" panose="020B0604020202020204" pitchFamily="34" charset="0"/>
              </a:rPr>
              <a:t>thử</a:t>
            </a:r>
            <a:r>
              <a:rPr lang="en-US" sz="1400" i="1" dirty="0">
                <a:latin typeface="+mj-lt"/>
                <a:ea typeface="Arial" panose="020B0604020202020204" pitchFamily="34" charset="0"/>
              </a:rPr>
              <a:t> </a:t>
            </a:r>
            <a:r>
              <a:rPr lang="en-US" sz="1400" i="1" dirty="0" err="1">
                <a:latin typeface="+mj-lt"/>
                <a:ea typeface="Arial" panose="020B0604020202020204" pitchFamily="34" charset="0"/>
              </a:rPr>
              <a:t>nghiệm</a:t>
            </a:r>
            <a:r>
              <a:rPr lang="en-US" sz="1400" i="1" dirty="0">
                <a:latin typeface="+mj-lt"/>
                <a:ea typeface="Arial" panose="020B0604020202020204" pitchFamily="34" charset="0"/>
              </a:rPr>
              <a:t>, </a:t>
            </a:r>
            <a:r>
              <a:rPr lang="en-US" sz="1400" i="1" dirty="0" err="1">
                <a:latin typeface="+mj-lt"/>
                <a:ea typeface="Arial" panose="020B0604020202020204" pitchFamily="34" charset="0"/>
              </a:rPr>
              <a:t>kiểm</a:t>
            </a:r>
            <a:r>
              <a:rPr lang="en-US" sz="1400" i="1" dirty="0">
                <a:latin typeface="+mj-lt"/>
                <a:ea typeface="Arial" panose="020B0604020202020204" pitchFamily="34" charset="0"/>
              </a:rPr>
              <a:t> </a:t>
            </a:r>
            <a:r>
              <a:rPr lang="en-US" sz="1400" i="1" dirty="0" err="1">
                <a:latin typeface="+mj-lt"/>
                <a:ea typeface="Arial" panose="020B0604020202020204" pitchFamily="34" charset="0"/>
              </a:rPr>
              <a:t>tra</a:t>
            </a:r>
            <a:r>
              <a:rPr lang="en-US" sz="1400" i="1" dirty="0">
                <a:latin typeface="+mj-lt"/>
                <a:ea typeface="Arial" panose="020B0604020202020204" pitchFamily="34" charset="0"/>
              </a:rPr>
              <a:t> </a:t>
            </a:r>
            <a:r>
              <a:rPr lang="en-US" sz="1400" i="1" dirty="0" err="1">
                <a:latin typeface="+mj-lt"/>
                <a:ea typeface="Arial" panose="020B0604020202020204" pitchFamily="34" charset="0"/>
              </a:rPr>
              <a:t>giải</a:t>
            </a:r>
            <a:r>
              <a:rPr lang="en-US" sz="1400" i="1" dirty="0">
                <a:latin typeface="+mj-lt"/>
                <a:ea typeface="Arial" panose="020B0604020202020204" pitchFamily="34" charset="0"/>
              </a:rPr>
              <a:t> </a:t>
            </a:r>
            <a:r>
              <a:rPr lang="en-US" sz="1400" i="1" dirty="0" err="1">
                <a:latin typeface="+mj-lt"/>
                <a:ea typeface="Arial" panose="020B0604020202020204" pitchFamily="34" charset="0"/>
              </a:rPr>
              <a:t>pháp</a:t>
            </a:r>
            <a:r>
              <a:rPr lang="en-US" sz="1400" i="1" dirty="0">
                <a:latin typeface="+mj-lt"/>
                <a:ea typeface="Arial" panose="020B0604020202020204" pitchFamily="34" charset="0"/>
              </a:rPr>
              <a:t> </a:t>
            </a:r>
            <a:r>
              <a:rPr lang="en-US" sz="1400" i="1" dirty="0" err="1">
                <a:latin typeface="+mj-lt"/>
                <a:ea typeface="Arial" panose="020B0604020202020204" pitchFamily="34" charset="0"/>
              </a:rPr>
              <a:t>ứng</a:t>
            </a:r>
            <a:r>
              <a:rPr lang="en-US" sz="1400" i="1" dirty="0">
                <a:latin typeface="+mj-lt"/>
                <a:ea typeface="Arial" panose="020B0604020202020204" pitchFamily="34" charset="0"/>
              </a:rPr>
              <a:t> </a:t>
            </a:r>
            <a:r>
              <a:rPr lang="en-US" sz="1400" i="1" dirty="0" err="1">
                <a:latin typeface="+mj-lt"/>
                <a:ea typeface="Arial" panose="020B0604020202020204" pitchFamily="34" charset="0"/>
              </a:rPr>
              <a:t>dụng</a:t>
            </a:r>
            <a:r>
              <a:rPr lang="en-US" sz="1400" i="1" dirty="0">
                <a:latin typeface="+mj-lt"/>
                <a:ea typeface="Arial" panose="020B0604020202020204" pitchFamily="34" charset="0"/>
              </a:rPr>
              <a:t> di </a:t>
            </a:r>
            <a:r>
              <a:rPr lang="en-US" sz="1400" i="1" dirty="0" err="1">
                <a:latin typeface="+mj-lt"/>
                <a:ea typeface="Arial" panose="020B0604020202020204" pitchFamily="34" charset="0"/>
              </a:rPr>
              <a:t>động</a:t>
            </a:r>
            <a:r>
              <a:rPr lang="en-US" sz="1400" i="1" dirty="0">
                <a:latin typeface="+mj-lt"/>
                <a:ea typeface="Arial" panose="020B0604020202020204" pitchFamily="34" charset="0"/>
              </a:rPr>
              <a:t> </a:t>
            </a:r>
            <a:r>
              <a:rPr lang="en-US" sz="1400" i="1" dirty="0" err="1">
                <a:latin typeface="+mj-lt"/>
                <a:ea typeface="Arial" panose="020B0604020202020204" pitchFamily="34" charset="0"/>
              </a:rPr>
              <a:t>hỗ</a:t>
            </a:r>
            <a:r>
              <a:rPr lang="en-US" sz="1400" i="1" dirty="0">
                <a:latin typeface="+mj-lt"/>
                <a:ea typeface="Arial" panose="020B0604020202020204" pitchFamily="34" charset="0"/>
              </a:rPr>
              <a:t> </a:t>
            </a:r>
            <a:r>
              <a:rPr lang="en-US" sz="1400" i="1" dirty="0" err="1">
                <a:latin typeface="+mj-lt"/>
                <a:ea typeface="Arial" panose="020B0604020202020204" pitchFamily="34" charset="0"/>
              </a:rPr>
              <a:t>trợ</a:t>
            </a:r>
            <a:r>
              <a:rPr lang="en-US" sz="1400" i="1" dirty="0">
                <a:latin typeface="+mj-lt"/>
                <a:ea typeface="Arial" panose="020B0604020202020204" pitchFamily="34" charset="0"/>
              </a:rPr>
              <a:t> </a:t>
            </a:r>
            <a:r>
              <a:rPr lang="en-US" sz="1400" i="1" dirty="0" err="1">
                <a:latin typeface="+mj-lt"/>
                <a:ea typeface="Arial" panose="020B0604020202020204" pitchFamily="34" charset="0"/>
              </a:rPr>
              <a:t>người</a:t>
            </a:r>
            <a:r>
              <a:rPr lang="en-US" sz="1400" i="1" dirty="0">
                <a:latin typeface="+mj-lt"/>
                <a:ea typeface="Arial" panose="020B0604020202020204" pitchFamily="34" charset="0"/>
              </a:rPr>
              <a:t> </a:t>
            </a:r>
            <a:r>
              <a:rPr lang="en-US" sz="1400" i="1" dirty="0" err="1">
                <a:latin typeface="+mj-lt"/>
                <a:ea typeface="Arial" panose="020B0604020202020204" pitchFamily="34" charset="0"/>
              </a:rPr>
              <a:t>khiếm</a:t>
            </a:r>
            <a:r>
              <a:rPr lang="en-US" sz="1400" i="1" dirty="0">
                <a:latin typeface="+mj-lt"/>
                <a:ea typeface="Arial" panose="020B0604020202020204" pitchFamily="34" charset="0"/>
              </a:rPr>
              <a:t> </a:t>
            </a:r>
            <a:r>
              <a:rPr lang="en-US" sz="1400" i="1" dirty="0" err="1">
                <a:latin typeface="+mj-lt"/>
                <a:ea typeface="Arial" panose="020B0604020202020204" pitchFamily="34" charset="0"/>
              </a:rPr>
              <a:t>thị</a:t>
            </a:r>
            <a:endParaRPr lang="en-US" sz="1600" i="1" dirty="0">
              <a:latin typeface="+mj-lt"/>
            </a:endParaRPr>
          </a:p>
        </p:txBody>
      </p:sp>
    </p:spTree>
    <p:extLst>
      <p:ext uri="{BB962C8B-B14F-4D97-AF65-F5344CB8AC3E}">
        <p14:creationId xmlns:p14="http://schemas.microsoft.com/office/powerpoint/2010/main" val="23424016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015DB-AB19-4D12-B054-01A386E3F55B}"/>
              </a:ext>
            </a:extLst>
          </p:cNvPr>
          <p:cNvSpPr>
            <a:spLocks noGrp="1"/>
          </p:cNvSpPr>
          <p:nvPr>
            <p:ph type="title"/>
          </p:nvPr>
        </p:nvSpPr>
        <p:spPr/>
        <p:txBody>
          <a:bodyPr/>
          <a:lstStyle/>
          <a:p>
            <a:r>
              <a:rPr lang="en-US" dirty="0"/>
              <a:t>2.1 </a:t>
            </a:r>
            <a:r>
              <a:rPr lang="en-US" dirty="0" err="1"/>
              <a:t>Mục</a:t>
            </a:r>
            <a:r>
              <a:rPr lang="en-US" dirty="0"/>
              <a:t> </a:t>
            </a:r>
            <a:r>
              <a:rPr lang="en-US" dirty="0" err="1"/>
              <a:t>tiêu</a:t>
            </a:r>
            <a:r>
              <a:rPr lang="en-US" dirty="0"/>
              <a:t> </a:t>
            </a:r>
            <a:r>
              <a:rPr lang="en-US" dirty="0" err="1"/>
              <a:t>nhiệm</a:t>
            </a:r>
            <a:r>
              <a:rPr lang="en-US" dirty="0"/>
              <a:t> </a:t>
            </a:r>
            <a:r>
              <a:rPr lang="en-US" dirty="0" err="1"/>
              <a:t>vụ</a:t>
            </a:r>
            <a:endParaRPr lang="en-US" dirty="0"/>
          </a:p>
        </p:txBody>
      </p:sp>
      <p:sp>
        <p:nvSpPr>
          <p:cNvPr id="3" name="Content Placeholder 2">
            <a:extLst>
              <a:ext uri="{FF2B5EF4-FFF2-40B4-BE49-F238E27FC236}">
                <a16:creationId xmlns:a16="http://schemas.microsoft.com/office/drawing/2014/main" id="{25920F12-6F00-46DA-9F4B-8DE28CDF6423}"/>
              </a:ext>
            </a:extLst>
          </p:cNvPr>
          <p:cNvSpPr>
            <a:spLocks noGrp="1"/>
          </p:cNvSpPr>
          <p:nvPr>
            <p:ph idx="1"/>
          </p:nvPr>
        </p:nvSpPr>
        <p:spPr>
          <a:xfrm>
            <a:off x="207628" y="1143001"/>
            <a:ext cx="5902188" cy="5562600"/>
          </a:xfrm>
        </p:spPr>
        <p:txBody>
          <a:bodyPr>
            <a:normAutofit/>
          </a:bodyPr>
          <a:lstStyle/>
          <a:p>
            <a:pPr>
              <a:lnSpc>
                <a:spcPct val="125000"/>
              </a:lnSpc>
            </a:pPr>
            <a:r>
              <a:rPr lang="en-US" sz="2000" dirty="0" err="1">
                <a:latin typeface="+mj-lt"/>
              </a:rPr>
              <a:t>Phát</a:t>
            </a:r>
            <a:r>
              <a:rPr lang="en-US" sz="2000" dirty="0">
                <a:latin typeface="+mj-lt"/>
              </a:rPr>
              <a:t> </a:t>
            </a:r>
            <a:r>
              <a:rPr lang="en-US" sz="2000" dirty="0" err="1">
                <a:latin typeface="+mj-lt"/>
              </a:rPr>
              <a:t>triển</a:t>
            </a:r>
            <a:r>
              <a:rPr lang="en-US" sz="2000" dirty="0">
                <a:latin typeface="+mj-lt"/>
              </a:rPr>
              <a:t> </a:t>
            </a:r>
            <a:r>
              <a:rPr lang="en-US" sz="2000" dirty="0" err="1">
                <a:latin typeface="+mj-lt"/>
              </a:rPr>
              <a:t>ứng</a:t>
            </a:r>
            <a:r>
              <a:rPr lang="en-US" sz="2000" dirty="0">
                <a:latin typeface="+mj-lt"/>
              </a:rPr>
              <a:t> </a:t>
            </a:r>
            <a:r>
              <a:rPr lang="en-US" sz="2000" dirty="0" err="1">
                <a:latin typeface="+mj-lt"/>
              </a:rPr>
              <a:t>dụng</a:t>
            </a:r>
            <a:r>
              <a:rPr lang="en-US" sz="2000" dirty="0">
                <a:latin typeface="+mj-lt"/>
              </a:rPr>
              <a:t> </a:t>
            </a:r>
            <a:r>
              <a:rPr lang="en-US" sz="2000" b="1" dirty="0">
                <a:solidFill>
                  <a:srgbClr val="0000CC"/>
                </a:solidFill>
                <a:latin typeface="+mj-lt"/>
                <a:ea typeface="Arial" panose="020B0604020202020204" pitchFamily="34" charset="0"/>
              </a:rPr>
              <a:t>SGBE</a:t>
            </a:r>
            <a:r>
              <a:rPr lang="en-US" sz="2000" dirty="0">
                <a:latin typeface="+mj-lt"/>
                <a:ea typeface="Arial" panose="020B0604020202020204" pitchFamily="34" charset="0"/>
              </a:rPr>
              <a:t> </a:t>
            </a:r>
            <a:r>
              <a:rPr lang="en-US" sz="2000" dirty="0" err="1">
                <a:latin typeface="+mj-lt"/>
                <a:ea typeface="Arial" panose="020B0604020202020204" pitchFamily="34" charset="0"/>
              </a:rPr>
              <a:t>trên</a:t>
            </a:r>
            <a:r>
              <a:rPr lang="en-US" sz="2000" dirty="0">
                <a:latin typeface="+mj-lt"/>
                <a:ea typeface="Arial" panose="020B0604020202020204" pitchFamily="34" charset="0"/>
              </a:rPr>
              <a:t> Android, </a:t>
            </a:r>
            <a:r>
              <a:rPr lang="en-US" sz="2000" dirty="0" err="1">
                <a:latin typeface="+mj-lt"/>
                <a:ea typeface="Arial" panose="020B0604020202020204" pitchFamily="34" charset="0"/>
              </a:rPr>
              <a:t>dựa</a:t>
            </a:r>
            <a:r>
              <a:rPr lang="en-US" sz="2000" dirty="0">
                <a:latin typeface="+mj-lt"/>
                <a:ea typeface="Arial" panose="020B0604020202020204" pitchFamily="34" charset="0"/>
              </a:rPr>
              <a:t> </a:t>
            </a:r>
            <a:r>
              <a:rPr lang="en-US" sz="2000" dirty="0" err="1">
                <a:latin typeface="+mj-lt"/>
                <a:ea typeface="Arial" panose="020B0604020202020204" pitchFamily="34" charset="0"/>
              </a:rPr>
              <a:t>trên</a:t>
            </a:r>
            <a:r>
              <a:rPr lang="en-US" sz="2000" dirty="0">
                <a:latin typeface="+mj-lt"/>
                <a:ea typeface="Arial" panose="020B0604020202020204" pitchFamily="34" charset="0"/>
              </a:rPr>
              <a:t> công </a:t>
            </a:r>
            <a:r>
              <a:rPr lang="en-US" sz="2000" dirty="0" err="1">
                <a:latin typeface="+mj-lt"/>
                <a:ea typeface="Arial" panose="020B0604020202020204" pitchFamily="34" charset="0"/>
              </a:rPr>
              <a:t>nghệ</a:t>
            </a:r>
            <a:r>
              <a:rPr lang="en-US" sz="2000" dirty="0">
                <a:latin typeface="+mj-lt"/>
                <a:ea typeface="Arial" panose="020B0604020202020204" pitchFamily="34" charset="0"/>
              </a:rPr>
              <a:t> AI </a:t>
            </a:r>
            <a:r>
              <a:rPr lang="en-US" sz="2000" dirty="0" err="1">
                <a:latin typeface="+mj-lt"/>
                <a:ea typeface="Arial" panose="020B0604020202020204" pitchFamily="34" charset="0"/>
              </a:rPr>
              <a:t>hỗ</a:t>
            </a:r>
            <a:r>
              <a:rPr lang="en-US" sz="2000" dirty="0">
                <a:latin typeface="+mj-lt"/>
                <a:ea typeface="Arial" panose="020B0604020202020204" pitchFamily="34" charset="0"/>
              </a:rPr>
              <a:t> </a:t>
            </a:r>
            <a:r>
              <a:rPr lang="en-US" sz="2000" dirty="0" err="1">
                <a:latin typeface="+mj-lt"/>
                <a:ea typeface="Arial" panose="020B0604020202020204" pitchFamily="34" charset="0"/>
              </a:rPr>
              <a:t>trợ</a:t>
            </a:r>
            <a:r>
              <a:rPr lang="en-US" sz="2000" dirty="0">
                <a:latin typeface="+mj-lt"/>
                <a:ea typeface="Arial" panose="020B0604020202020204" pitchFamily="34" charset="0"/>
              </a:rPr>
              <a:t> </a:t>
            </a:r>
            <a:r>
              <a:rPr lang="en-US" sz="2000" dirty="0" err="1">
                <a:latin typeface="+mj-lt"/>
                <a:ea typeface="Arial" panose="020B0604020202020204" pitchFamily="34" charset="0"/>
              </a:rPr>
              <a:t>người</a:t>
            </a:r>
            <a:r>
              <a:rPr lang="en-US" sz="2000" dirty="0">
                <a:latin typeface="+mj-lt"/>
                <a:ea typeface="Arial" panose="020B0604020202020204" pitchFamily="34" charset="0"/>
              </a:rPr>
              <a:t> </a:t>
            </a:r>
            <a:r>
              <a:rPr lang="en-US" sz="2000" dirty="0" err="1">
                <a:latin typeface="+mj-lt"/>
                <a:ea typeface="Arial" panose="020B0604020202020204" pitchFamily="34" charset="0"/>
              </a:rPr>
              <a:t>khiếm</a:t>
            </a:r>
            <a:r>
              <a:rPr lang="en-US" sz="2000" dirty="0">
                <a:latin typeface="+mj-lt"/>
                <a:ea typeface="Arial" panose="020B0604020202020204" pitchFamily="34" charset="0"/>
              </a:rPr>
              <a:t> </a:t>
            </a:r>
            <a:r>
              <a:rPr lang="en-US" sz="2000" dirty="0" err="1">
                <a:latin typeface="+mj-lt"/>
                <a:ea typeface="Arial" panose="020B0604020202020204" pitchFamily="34" charset="0"/>
              </a:rPr>
              <a:t>thị</a:t>
            </a:r>
            <a:r>
              <a:rPr lang="en-US" sz="2000" dirty="0">
                <a:latin typeface="+mj-lt"/>
                <a:ea typeface="Arial" panose="020B0604020202020204" pitchFamily="34" charset="0"/>
              </a:rPr>
              <a:t> </a:t>
            </a:r>
            <a:r>
              <a:rPr lang="en-US" sz="2000" b="1" dirty="0" err="1">
                <a:solidFill>
                  <a:srgbClr val="0000CC"/>
                </a:solidFill>
                <a:latin typeface="+mj-lt"/>
                <a:ea typeface="Arial" panose="020B0604020202020204" pitchFamily="34" charset="0"/>
              </a:rPr>
              <a:t>độc</a:t>
            </a:r>
            <a:r>
              <a:rPr lang="en-US" sz="2000" b="1" dirty="0">
                <a:solidFill>
                  <a:srgbClr val="0000CC"/>
                </a:solidFill>
                <a:latin typeface="+mj-lt"/>
                <a:ea typeface="Arial" panose="020B0604020202020204" pitchFamily="34" charset="0"/>
              </a:rPr>
              <a:t> </a:t>
            </a:r>
            <a:r>
              <a:rPr lang="en-US" sz="2000" b="1" dirty="0" err="1">
                <a:solidFill>
                  <a:srgbClr val="0000CC"/>
                </a:solidFill>
                <a:latin typeface="+mj-lt"/>
                <a:ea typeface="Arial" panose="020B0604020202020204" pitchFamily="34" charset="0"/>
              </a:rPr>
              <a:t>lập</a:t>
            </a:r>
            <a:r>
              <a:rPr lang="en-US" sz="2000" b="1" dirty="0">
                <a:solidFill>
                  <a:srgbClr val="0000CC"/>
                </a:solidFill>
                <a:latin typeface="+mj-lt"/>
                <a:ea typeface="Arial" panose="020B0604020202020204" pitchFamily="34" charset="0"/>
              </a:rPr>
              <a:t> </a:t>
            </a:r>
            <a:r>
              <a:rPr lang="en-US" sz="2000" b="1" dirty="0" err="1">
                <a:solidFill>
                  <a:srgbClr val="0000CC"/>
                </a:solidFill>
                <a:latin typeface="+mj-lt"/>
                <a:ea typeface="Arial" panose="020B0604020202020204" pitchFamily="34" charset="0"/>
              </a:rPr>
              <a:t>truy</a:t>
            </a:r>
            <a:r>
              <a:rPr lang="en-US" sz="2000" b="1" dirty="0">
                <a:solidFill>
                  <a:srgbClr val="0000CC"/>
                </a:solidFill>
                <a:latin typeface="+mj-lt"/>
                <a:ea typeface="Arial" panose="020B0604020202020204" pitchFamily="34" charset="0"/>
              </a:rPr>
              <a:t> </a:t>
            </a:r>
            <a:r>
              <a:rPr lang="en-US" sz="2000" b="1" dirty="0" err="1">
                <a:solidFill>
                  <a:srgbClr val="0000CC"/>
                </a:solidFill>
                <a:latin typeface="+mj-lt"/>
                <a:ea typeface="Arial" panose="020B0604020202020204" pitchFamily="34" charset="0"/>
              </a:rPr>
              <a:t>cập</a:t>
            </a:r>
            <a:r>
              <a:rPr lang="en-US" sz="2000" b="1" dirty="0">
                <a:solidFill>
                  <a:srgbClr val="0000CC"/>
                </a:solidFill>
                <a:latin typeface="+mj-lt"/>
                <a:ea typeface="Arial" panose="020B0604020202020204" pitchFamily="34" charset="0"/>
              </a:rPr>
              <a:t> </a:t>
            </a:r>
            <a:r>
              <a:rPr lang="en-US" sz="2000" b="1" dirty="0" err="1">
                <a:solidFill>
                  <a:srgbClr val="0000CC"/>
                </a:solidFill>
                <a:latin typeface="+mj-lt"/>
                <a:ea typeface="Arial" panose="020B0604020202020204" pitchFamily="34" charset="0"/>
              </a:rPr>
              <a:t>thông</a:t>
            </a:r>
            <a:r>
              <a:rPr lang="en-US" sz="2000" b="1" dirty="0">
                <a:solidFill>
                  <a:srgbClr val="0000CC"/>
                </a:solidFill>
                <a:latin typeface="+mj-lt"/>
                <a:ea typeface="Arial" panose="020B0604020202020204" pitchFamily="34" charset="0"/>
              </a:rPr>
              <a:t> tin </a:t>
            </a:r>
            <a:r>
              <a:rPr lang="en-US" sz="2000" b="1" dirty="0" err="1">
                <a:solidFill>
                  <a:srgbClr val="0000CC"/>
                </a:solidFill>
                <a:latin typeface="+mj-lt"/>
                <a:ea typeface="Arial" panose="020B0604020202020204" pitchFamily="34" charset="0"/>
              </a:rPr>
              <a:t>đa</a:t>
            </a:r>
            <a:r>
              <a:rPr lang="en-US" sz="2000" b="1" dirty="0">
                <a:solidFill>
                  <a:srgbClr val="0000CC"/>
                </a:solidFill>
                <a:latin typeface="+mj-lt"/>
                <a:ea typeface="Arial" panose="020B0604020202020204" pitchFamily="34" charset="0"/>
              </a:rPr>
              <a:t> </a:t>
            </a:r>
            <a:r>
              <a:rPr lang="en-US" sz="2000" b="1" dirty="0" err="1">
                <a:solidFill>
                  <a:srgbClr val="0000CC"/>
                </a:solidFill>
                <a:latin typeface="+mj-lt"/>
                <a:ea typeface="Arial" panose="020B0604020202020204" pitchFamily="34" charset="0"/>
              </a:rPr>
              <a:t>nguồn</a:t>
            </a:r>
            <a:endParaRPr lang="en-US" sz="2000" dirty="0">
              <a:latin typeface="+mj-lt"/>
            </a:endParaRPr>
          </a:p>
          <a:p>
            <a:pPr>
              <a:lnSpc>
                <a:spcPct val="125000"/>
              </a:lnSpc>
            </a:pPr>
            <a:r>
              <a:rPr lang="en-US" sz="2000" dirty="0">
                <a:latin typeface="+mj-lt"/>
              </a:rPr>
              <a:t>Công </a:t>
            </a:r>
            <a:r>
              <a:rPr lang="en-US" sz="2000" dirty="0" err="1">
                <a:latin typeface="+mj-lt"/>
              </a:rPr>
              <a:t>nghệ</a:t>
            </a:r>
            <a:r>
              <a:rPr lang="en-US" sz="2000" dirty="0">
                <a:latin typeface="+mj-lt"/>
              </a:rPr>
              <a:t> AI </a:t>
            </a:r>
            <a:r>
              <a:rPr lang="en-US" sz="2000" dirty="0" err="1">
                <a:latin typeface="+mj-lt"/>
              </a:rPr>
              <a:t>hỗ</a:t>
            </a:r>
            <a:r>
              <a:rPr lang="en-US" sz="2000" dirty="0">
                <a:latin typeface="+mj-lt"/>
              </a:rPr>
              <a:t> </a:t>
            </a:r>
            <a:r>
              <a:rPr lang="en-US" sz="2000" dirty="0" err="1">
                <a:latin typeface="+mj-lt"/>
              </a:rPr>
              <a:t>trợ</a:t>
            </a:r>
            <a:r>
              <a:rPr lang="en-US" sz="2000" dirty="0">
                <a:latin typeface="+mj-lt"/>
              </a:rPr>
              <a:t> </a:t>
            </a:r>
            <a:r>
              <a:rPr lang="en-US" sz="2000" dirty="0" err="1">
                <a:latin typeface="+mj-lt"/>
              </a:rPr>
              <a:t>tương</a:t>
            </a:r>
            <a:r>
              <a:rPr lang="en-US" sz="2000" dirty="0">
                <a:latin typeface="+mj-lt"/>
              </a:rPr>
              <a:t> </a:t>
            </a:r>
            <a:r>
              <a:rPr lang="en-US" sz="2000" dirty="0" err="1">
                <a:latin typeface="+mj-lt"/>
              </a:rPr>
              <a:t>tác</a:t>
            </a:r>
            <a:r>
              <a:rPr lang="en-US" sz="2000" dirty="0">
                <a:latin typeface="+mj-lt"/>
              </a:rPr>
              <a:t> </a:t>
            </a:r>
            <a:r>
              <a:rPr lang="en-US" sz="2000" dirty="0" err="1">
                <a:latin typeface="+mj-lt"/>
              </a:rPr>
              <a:t>ứng</a:t>
            </a:r>
            <a:r>
              <a:rPr lang="en-US" sz="2000" dirty="0">
                <a:latin typeface="+mj-lt"/>
              </a:rPr>
              <a:t> </a:t>
            </a:r>
            <a:r>
              <a:rPr lang="en-US" sz="2000" dirty="0" err="1">
                <a:latin typeface="+mj-lt"/>
              </a:rPr>
              <a:t>dụng</a:t>
            </a:r>
            <a:endParaRPr lang="en-US" sz="2000" dirty="0">
              <a:latin typeface="+mj-lt"/>
            </a:endParaRPr>
          </a:p>
          <a:p>
            <a:pPr lvl="1">
              <a:lnSpc>
                <a:spcPct val="125000"/>
              </a:lnSpc>
            </a:pPr>
            <a:r>
              <a:rPr lang="en-US" sz="1600" dirty="0" err="1"/>
              <a:t>Âm</a:t>
            </a:r>
            <a:r>
              <a:rPr lang="en-US" sz="1600" dirty="0"/>
              <a:t> </a:t>
            </a:r>
            <a:r>
              <a:rPr lang="en-US" sz="1600" dirty="0" err="1"/>
              <a:t>thanh</a:t>
            </a:r>
            <a:r>
              <a:rPr lang="en-US" sz="1600" dirty="0"/>
              <a:t>.</a:t>
            </a:r>
          </a:p>
          <a:p>
            <a:pPr lvl="1">
              <a:lnSpc>
                <a:spcPct val="125000"/>
              </a:lnSpc>
            </a:pPr>
            <a:r>
              <a:rPr lang="en-US" sz="1600" dirty="0" err="1"/>
              <a:t>Hình</a:t>
            </a:r>
            <a:r>
              <a:rPr lang="en-US" sz="1600" dirty="0"/>
              <a:t> </a:t>
            </a:r>
            <a:r>
              <a:rPr lang="en-US" sz="1600" dirty="0" err="1"/>
              <a:t>ảnh</a:t>
            </a:r>
            <a:r>
              <a:rPr lang="en-US" sz="1600" dirty="0"/>
              <a:t>.</a:t>
            </a:r>
          </a:p>
          <a:p>
            <a:pPr lvl="1">
              <a:lnSpc>
                <a:spcPct val="125000"/>
              </a:lnSpc>
            </a:pPr>
            <a:r>
              <a:rPr lang="en-US" sz="1600" dirty="0"/>
              <a:t>Văn </a:t>
            </a:r>
            <a:r>
              <a:rPr lang="en-US" sz="1600" dirty="0" err="1"/>
              <a:t>bản</a:t>
            </a:r>
            <a:r>
              <a:rPr lang="en-US" sz="1600" dirty="0"/>
              <a:t>.</a:t>
            </a:r>
            <a:endParaRPr lang="en-US" sz="2000" dirty="0"/>
          </a:p>
          <a:p>
            <a:pPr>
              <a:lnSpc>
                <a:spcPct val="125000"/>
              </a:lnSpc>
            </a:pPr>
            <a:r>
              <a:rPr lang="en-US" sz="2000" dirty="0" err="1">
                <a:latin typeface="+mj-lt"/>
              </a:rPr>
              <a:t>Nguồn</a:t>
            </a:r>
            <a:r>
              <a:rPr lang="en-US" sz="2000" dirty="0">
                <a:latin typeface="+mj-lt"/>
              </a:rPr>
              <a:t> tin</a:t>
            </a:r>
          </a:p>
          <a:p>
            <a:pPr lvl="1">
              <a:lnSpc>
                <a:spcPct val="125000"/>
              </a:lnSpc>
            </a:pPr>
            <a:r>
              <a:rPr lang="en-US" sz="1600" dirty="0" err="1"/>
              <a:t>Tài</a:t>
            </a:r>
            <a:r>
              <a:rPr lang="en-US" sz="1600" dirty="0"/>
              <a:t> </a:t>
            </a:r>
            <a:r>
              <a:rPr lang="en-US" sz="1600" dirty="0" err="1"/>
              <a:t>liệu</a:t>
            </a:r>
            <a:r>
              <a:rPr lang="en-US" sz="1600" dirty="0"/>
              <a:t> </a:t>
            </a:r>
            <a:r>
              <a:rPr lang="en-US" sz="1600" b="1" dirty="0"/>
              <a:t>in</a:t>
            </a:r>
            <a:r>
              <a:rPr lang="en-US" sz="1600" dirty="0"/>
              <a:t> (</a:t>
            </a:r>
            <a:r>
              <a:rPr lang="en-US" sz="1600" dirty="0" err="1"/>
              <a:t>sách</a:t>
            </a:r>
            <a:r>
              <a:rPr lang="en-US" sz="1600" dirty="0"/>
              <a:t>, </a:t>
            </a:r>
            <a:r>
              <a:rPr lang="en-US" sz="1600" dirty="0" err="1"/>
              <a:t>báo</a:t>
            </a:r>
            <a:r>
              <a:rPr lang="en-US" sz="1600" dirty="0"/>
              <a:t>, </a:t>
            </a:r>
            <a:r>
              <a:rPr lang="en-US" sz="1600" dirty="0" err="1"/>
              <a:t>thông</a:t>
            </a:r>
            <a:r>
              <a:rPr lang="en-US" sz="1600" dirty="0"/>
              <a:t> tin </a:t>
            </a:r>
            <a:r>
              <a:rPr lang="en-US" sz="1600" dirty="0" err="1"/>
              <a:t>sản</a:t>
            </a:r>
            <a:r>
              <a:rPr lang="en-US" sz="1600" dirty="0"/>
              <a:t> </a:t>
            </a:r>
            <a:r>
              <a:rPr lang="en-US" sz="1600" dirty="0" err="1"/>
              <a:t>phẩm</a:t>
            </a:r>
            <a:r>
              <a:rPr lang="en-US" sz="1600" dirty="0"/>
              <a:t>).</a:t>
            </a:r>
          </a:p>
          <a:p>
            <a:pPr lvl="1">
              <a:lnSpc>
                <a:spcPct val="125000"/>
              </a:lnSpc>
            </a:pPr>
            <a:r>
              <a:rPr lang="en-US" sz="1600" dirty="0" err="1"/>
              <a:t>Bản</a:t>
            </a:r>
            <a:r>
              <a:rPr lang="en-US" sz="1600" dirty="0"/>
              <a:t> </a:t>
            </a:r>
            <a:r>
              <a:rPr lang="en-US" sz="1600" b="1" dirty="0" err="1"/>
              <a:t>điện</a:t>
            </a:r>
            <a:r>
              <a:rPr lang="en-US" sz="1600" b="1" dirty="0"/>
              <a:t> </a:t>
            </a:r>
            <a:r>
              <a:rPr lang="en-US" sz="1600" b="1" dirty="0" err="1"/>
              <a:t>tử</a:t>
            </a:r>
            <a:r>
              <a:rPr lang="en-US" sz="1600" b="1" dirty="0"/>
              <a:t>.</a:t>
            </a:r>
          </a:p>
          <a:p>
            <a:pPr lvl="1">
              <a:lnSpc>
                <a:spcPct val="125000"/>
              </a:lnSpc>
            </a:pPr>
            <a:r>
              <a:rPr lang="en-US" sz="1600" b="1" dirty="0"/>
              <a:t>Trang tin </a:t>
            </a:r>
            <a:r>
              <a:rPr lang="en-US" sz="1600" b="1" dirty="0" err="1"/>
              <a:t>trên</a:t>
            </a:r>
            <a:r>
              <a:rPr lang="en-US" sz="1600" b="1" dirty="0"/>
              <a:t> Internet </a:t>
            </a:r>
            <a:r>
              <a:rPr lang="en-US" sz="1600" dirty="0"/>
              <a:t>(</a:t>
            </a:r>
            <a:r>
              <a:rPr lang="en-US" sz="1600" dirty="0" err="1"/>
              <a:t>dân</a:t>
            </a:r>
            <a:r>
              <a:rPr lang="en-US" sz="1600" dirty="0"/>
              <a:t> </a:t>
            </a:r>
            <a:r>
              <a:rPr lang="en-US" sz="1600" dirty="0" err="1"/>
              <a:t>trí</a:t>
            </a:r>
            <a:r>
              <a:rPr lang="en-US" sz="1600" dirty="0"/>
              <a:t>, </a:t>
            </a:r>
            <a:r>
              <a:rPr lang="en-US" sz="1600" dirty="0" err="1"/>
              <a:t>vnexpress</a:t>
            </a:r>
            <a:r>
              <a:rPr lang="en-US" sz="1600" dirty="0"/>
              <a:t>, google)</a:t>
            </a:r>
          </a:p>
          <a:p>
            <a:pPr lvl="1">
              <a:lnSpc>
                <a:spcPct val="125000"/>
              </a:lnSpc>
            </a:pPr>
            <a:r>
              <a:rPr lang="en-US" sz="1600" b="1" dirty="0" err="1"/>
              <a:t>Hình</a:t>
            </a:r>
            <a:r>
              <a:rPr lang="en-US" sz="1600" b="1" dirty="0"/>
              <a:t> </a:t>
            </a:r>
            <a:r>
              <a:rPr lang="en-US" sz="1600" b="1" dirty="0" err="1"/>
              <a:t>ảnh</a:t>
            </a:r>
            <a:r>
              <a:rPr lang="en-US" sz="1600" b="1" dirty="0"/>
              <a:t> </a:t>
            </a:r>
            <a:r>
              <a:rPr lang="en-US" sz="1600" dirty="0" err="1"/>
              <a:t>đối</a:t>
            </a:r>
            <a:r>
              <a:rPr lang="en-US" sz="1600" dirty="0"/>
              <a:t> </a:t>
            </a:r>
            <a:r>
              <a:rPr lang="en-US" sz="1600" dirty="0" err="1"/>
              <a:t>tượng</a:t>
            </a:r>
            <a:endParaRPr lang="en-US" sz="1600" dirty="0"/>
          </a:p>
          <a:p>
            <a:pPr marL="919163" lvl="3" indent="225425">
              <a:lnSpc>
                <a:spcPct val="125000"/>
              </a:lnSpc>
            </a:pPr>
            <a:r>
              <a:rPr lang="en-US" sz="1600" dirty="0" err="1"/>
              <a:t>Màu</a:t>
            </a:r>
            <a:r>
              <a:rPr lang="en-US" sz="1600" dirty="0"/>
              <a:t> </a:t>
            </a:r>
            <a:r>
              <a:rPr lang="en-US" sz="1600" dirty="0" err="1"/>
              <a:t>sắc</a:t>
            </a:r>
            <a:r>
              <a:rPr lang="en-US" sz="1600" dirty="0"/>
              <a:t>.</a:t>
            </a:r>
          </a:p>
          <a:p>
            <a:pPr marL="919163" lvl="3" indent="225425">
              <a:lnSpc>
                <a:spcPct val="125000"/>
              </a:lnSpc>
            </a:pPr>
            <a:r>
              <a:rPr lang="en-US" sz="1600" dirty="0" err="1"/>
              <a:t>Mệnh</a:t>
            </a:r>
            <a:r>
              <a:rPr lang="en-US" sz="1600" dirty="0"/>
              <a:t> </a:t>
            </a:r>
            <a:r>
              <a:rPr lang="en-US" sz="1600" dirty="0" err="1"/>
              <a:t>giá</a:t>
            </a:r>
            <a:r>
              <a:rPr lang="en-US" sz="1600" dirty="0"/>
              <a:t> </a:t>
            </a:r>
            <a:r>
              <a:rPr lang="en-US" sz="1600" dirty="0" err="1"/>
              <a:t>tiền</a:t>
            </a:r>
            <a:r>
              <a:rPr lang="en-US" sz="1600" dirty="0"/>
              <a:t>.</a:t>
            </a:r>
          </a:p>
          <a:p>
            <a:pPr marL="919163" lvl="3" indent="225425">
              <a:lnSpc>
                <a:spcPct val="125000"/>
              </a:lnSpc>
            </a:pPr>
            <a:r>
              <a:rPr lang="en-US" sz="1600" dirty="0" err="1"/>
              <a:t>Hàng</a:t>
            </a:r>
            <a:r>
              <a:rPr lang="en-US" sz="1600" dirty="0"/>
              <a:t> </a:t>
            </a:r>
            <a:r>
              <a:rPr lang="en-US" sz="1600" dirty="0" err="1"/>
              <a:t>hóa</a:t>
            </a:r>
            <a:r>
              <a:rPr lang="en-US" sz="1600" dirty="0"/>
              <a:t>.</a:t>
            </a:r>
          </a:p>
        </p:txBody>
      </p:sp>
      <p:sp>
        <p:nvSpPr>
          <p:cNvPr id="5" name="AutoShape 2" descr="Screenshot image">
            <a:extLst>
              <a:ext uri="{FF2B5EF4-FFF2-40B4-BE49-F238E27FC236}">
                <a16:creationId xmlns:a16="http://schemas.microsoft.com/office/drawing/2014/main" id="{E8688943-3FB0-4F2B-A007-74121E4709D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A man using the Be My Eyes app.">
            <a:extLst>
              <a:ext uri="{FF2B5EF4-FFF2-40B4-BE49-F238E27FC236}">
                <a16:creationId xmlns:a16="http://schemas.microsoft.com/office/drawing/2014/main" id="{DD7B9EE3-B1C2-438B-A533-77EA2E08F6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065" r="23327"/>
          <a:stretch/>
        </p:blipFill>
        <p:spPr bwMode="auto">
          <a:xfrm>
            <a:off x="6402719" y="1541913"/>
            <a:ext cx="2241494" cy="2657475"/>
          </a:xfrm>
          <a:prstGeom prst="rect">
            <a:avLst/>
          </a:prstGeom>
          <a:noFill/>
          <a:extLst>
            <a:ext uri="{909E8E84-426E-40DD-AFC4-6F175D3DCCD1}">
              <a14:hiddenFill xmlns:a14="http://schemas.microsoft.com/office/drawing/2010/main">
                <a:solidFill>
                  <a:srgbClr val="FFFFFF"/>
                </a:solidFill>
              </a14:hiddenFill>
            </a:ext>
          </a:extLst>
        </p:spPr>
      </p:pic>
      <p:sp>
        <p:nvSpPr>
          <p:cNvPr id="15" name="Content Placeholder 2">
            <a:extLst>
              <a:ext uri="{FF2B5EF4-FFF2-40B4-BE49-F238E27FC236}">
                <a16:creationId xmlns:a16="http://schemas.microsoft.com/office/drawing/2014/main" id="{DC21AE05-39F0-4F01-975A-8369C619A367}"/>
              </a:ext>
            </a:extLst>
          </p:cNvPr>
          <p:cNvSpPr txBox="1">
            <a:spLocks/>
          </p:cNvSpPr>
          <p:nvPr/>
        </p:nvSpPr>
        <p:spPr>
          <a:xfrm>
            <a:off x="6172200" y="4301126"/>
            <a:ext cx="2764173" cy="1014963"/>
          </a:xfrm>
          <a:prstGeom prst="rect">
            <a:avLst/>
          </a:prstGeom>
        </p:spPr>
        <p:txBody>
          <a:bodyPr vert="horz" lIns="91440" tIns="45720" rIns="91440" bIns="45720" rtlCol="0">
            <a:normAutofit fontScale="92500"/>
          </a:bodyPr>
          <a:lstStyle>
            <a:lvl1pPr marL="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472679" indent="-257175" algn="l" defTabSz="685800" rtl="0" eaLnBrk="1" latinLnBrk="0" hangingPunct="1">
              <a:lnSpc>
                <a:spcPct val="120000"/>
              </a:lnSpc>
              <a:spcBef>
                <a:spcPts val="0"/>
              </a:spcBef>
              <a:buFont typeface="Times New Roman" panose="02020603050405020304" pitchFamily="18" charset="0"/>
              <a:buChar char="–"/>
              <a:defRPr sz="1500" kern="1200">
                <a:solidFill>
                  <a:schemeClr val="tx1"/>
                </a:solidFill>
                <a:latin typeface="Times New Roman" panose="02020603050405020304" pitchFamily="18" charset="0"/>
                <a:ea typeface="+mn-ea"/>
                <a:cs typeface="Times New Roman" panose="02020603050405020304" pitchFamily="18" charset="0"/>
              </a:defRPr>
            </a:lvl2pPr>
            <a:lvl3pPr marL="215504" indent="0" algn="l" defTabSz="685800" rtl="0" eaLnBrk="1" latinLnBrk="0" hangingPunct="1">
              <a:lnSpc>
                <a:spcPct val="120000"/>
              </a:lnSpc>
              <a:spcBef>
                <a:spcPts val="0"/>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3pPr>
            <a:lvl4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15504" indent="0" algn="l" defTabSz="685800" rtl="0" eaLnBrk="1" latinLnBrk="0" hangingPunct="1">
              <a:lnSpc>
                <a:spcPct val="12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ctr">
              <a:lnSpc>
                <a:spcPct val="125000"/>
              </a:lnSpc>
              <a:buClrTx/>
              <a:buNone/>
            </a:pPr>
            <a:r>
              <a:rPr lang="en-US" sz="1500" i="1" dirty="0" err="1">
                <a:latin typeface="+mj-lt"/>
                <a:ea typeface="Arial" panose="020B0604020202020204" pitchFamily="34" charset="0"/>
              </a:rPr>
              <a:t>Hình</a:t>
            </a:r>
            <a:r>
              <a:rPr lang="en-US" sz="1500" i="1" dirty="0">
                <a:latin typeface="+mj-lt"/>
                <a:ea typeface="Arial" panose="020B0604020202020204" pitchFamily="34" charset="0"/>
              </a:rPr>
              <a:t> 1: </a:t>
            </a:r>
            <a:r>
              <a:rPr lang="en-US" sz="1500" i="1" dirty="0" err="1">
                <a:latin typeface="+mj-lt"/>
                <a:ea typeface="Arial" panose="020B0604020202020204" pitchFamily="34" charset="0"/>
              </a:rPr>
              <a:t>Ví</a:t>
            </a:r>
            <a:r>
              <a:rPr lang="en-US" sz="1500" i="1" dirty="0">
                <a:latin typeface="+mj-lt"/>
                <a:ea typeface="Arial" panose="020B0604020202020204" pitchFamily="34" charset="0"/>
              </a:rPr>
              <a:t> </a:t>
            </a:r>
            <a:r>
              <a:rPr lang="en-US" sz="1500" i="1" dirty="0" err="1">
                <a:latin typeface="+mj-lt"/>
                <a:ea typeface="Arial" panose="020B0604020202020204" pitchFamily="34" charset="0"/>
              </a:rPr>
              <a:t>dụ</a:t>
            </a:r>
            <a:r>
              <a:rPr lang="en-US" sz="1500" i="1" dirty="0">
                <a:latin typeface="+mj-lt"/>
                <a:ea typeface="Arial" panose="020B0604020202020204" pitchFamily="34" charset="0"/>
              </a:rPr>
              <a:t> </a:t>
            </a:r>
            <a:r>
              <a:rPr lang="en-US" sz="1500" i="1" dirty="0" err="1">
                <a:latin typeface="+mj-lt"/>
                <a:ea typeface="Arial" panose="020B0604020202020204" pitchFamily="34" charset="0"/>
              </a:rPr>
              <a:t>người</a:t>
            </a:r>
            <a:r>
              <a:rPr lang="en-US" sz="1500" i="1" dirty="0">
                <a:latin typeface="+mj-lt"/>
                <a:ea typeface="Arial" panose="020B0604020202020204" pitchFamily="34" charset="0"/>
              </a:rPr>
              <a:t> </a:t>
            </a:r>
            <a:r>
              <a:rPr lang="en-US" sz="1500" i="1" dirty="0" err="1">
                <a:latin typeface="+mj-lt"/>
                <a:ea typeface="Arial" panose="020B0604020202020204" pitchFamily="34" charset="0"/>
              </a:rPr>
              <a:t>mù</a:t>
            </a:r>
            <a:r>
              <a:rPr lang="en-US" sz="1500" i="1" dirty="0">
                <a:latin typeface="+mj-lt"/>
                <a:ea typeface="Arial" panose="020B0604020202020204" pitchFamily="34" charset="0"/>
              </a:rPr>
              <a:t> </a:t>
            </a:r>
            <a:r>
              <a:rPr lang="en-US" sz="1500" i="1" dirty="0" err="1">
                <a:latin typeface="+mj-lt"/>
                <a:ea typeface="Arial" panose="020B0604020202020204" pitchFamily="34" charset="0"/>
              </a:rPr>
              <a:t>sử</a:t>
            </a:r>
            <a:r>
              <a:rPr lang="en-US" sz="1500" i="1" dirty="0">
                <a:latin typeface="+mj-lt"/>
                <a:ea typeface="Arial" panose="020B0604020202020204" pitchFamily="34" charset="0"/>
              </a:rPr>
              <a:t> </a:t>
            </a:r>
            <a:r>
              <a:rPr lang="en-US" sz="1500" i="1" dirty="0" err="1">
                <a:latin typeface="+mj-lt"/>
                <a:ea typeface="Arial" panose="020B0604020202020204" pitchFamily="34" charset="0"/>
              </a:rPr>
              <a:t>dụng</a:t>
            </a:r>
            <a:r>
              <a:rPr lang="en-US" sz="1500" i="1" dirty="0">
                <a:latin typeface="+mj-lt"/>
                <a:ea typeface="Arial" panose="020B0604020202020204" pitchFamily="34" charset="0"/>
              </a:rPr>
              <a:t> </a:t>
            </a:r>
            <a:r>
              <a:rPr lang="en-US" sz="1500" i="1" dirty="0" err="1">
                <a:latin typeface="+mj-lt"/>
                <a:ea typeface="Arial" panose="020B0604020202020204" pitchFamily="34" charset="0"/>
              </a:rPr>
              <a:t>ứng</a:t>
            </a:r>
            <a:r>
              <a:rPr lang="en-US" sz="1500" i="1" dirty="0">
                <a:latin typeface="+mj-lt"/>
                <a:ea typeface="Arial" panose="020B0604020202020204" pitchFamily="34" charset="0"/>
              </a:rPr>
              <a:t> </a:t>
            </a:r>
            <a:r>
              <a:rPr lang="en-US" sz="1500" i="1" dirty="0" err="1">
                <a:latin typeface="+mj-lt"/>
                <a:ea typeface="Arial" panose="020B0604020202020204" pitchFamily="34" charset="0"/>
              </a:rPr>
              <a:t>dụng</a:t>
            </a:r>
            <a:r>
              <a:rPr lang="en-US" sz="1500" i="1" dirty="0">
                <a:latin typeface="+mj-lt"/>
                <a:ea typeface="Arial" panose="020B0604020202020204" pitchFamily="34" charset="0"/>
              </a:rPr>
              <a:t> di </a:t>
            </a:r>
            <a:r>
              <a:rPr lang="en-US" sz="1500" i="1" dirty="0" err="1">
                <a:latin typeface="+mj-lt"/>
                <a:ea typeface="Arial" panose="020B0604020202020204" pitchFamily="34" charset="0"/>
              </a:rPr>
              <a:t>động</a:t>
            </a:r>
            <a:r>
              <a:rPr lang="en-US" sz="1500" i="1" dirty="0">
                <a:latin typeface="+mj-lt"/>
                <a:ea typeface="Arial" panose="020B0604020202020204" pitchFamily="34" charset="0"/>
              </a:rPr>
              <a:t> </a:t>
            </a:r>
            <a:r>
              <a:rPr lang="en-US" sz="1500" i="1" dirty="0" err="1">
                <a:latin typeface="+mj-lt"/>
                <a:ea typeface="Arial" panose="020B0604020202020204" pitchFamily="34" charset="0"/>
              </a:rPr>
              <a:t>đọc</a:t>
            </a:r>
            <a:r>
              <a:rPr lang="en-US" sz="1500" i="1" dirty="0">
                <a:latin typeface="+mj-lt"/>
                <a:ea typeface="Arial" panose="020B0604020202020204" pitchFamily="34" charset="0"/>
              </a:rPr>
              <a:t> </a:t>
            </a:r>
            <a:r>
              <a:rPr lang="en-US" sz="1500" i="1" dirty="0" err="1">
                <a:latin typeface="+mj-lt"/>
                <a:ea typeface="Arial" panose="020B0604020202020204" pitchFamily="34" charset="0"/>
              </a:rPr>
              <a:t>thông</a:t>
            </a:r>
            <a:r>
              <a:rPr lang="en-US" sz="1500" i="1" dirty="0">
                <a:latin typeface="+mj-lt"/>
                <a:ea typeface="Arial" panose="020B0604020202020204" pitchFamily="34" charset="0"/>
              </a:rPr>
              <a:t> tin </a:t>
            </a:r>
            <a:r>
              <a:rPr lang="en-US" sz="1500" i="1" dirty="0" err="1">
                <a:latin typeface="+mj-lt"/>
                <a:ea typeface="Arial" panose="020B0604020202020204" pitchFamily="34" charset="0"/>
              </a:rPr>
              <a:t>trên</a:t>
            </a:r>
            <a:r>
              <a:rPr lang="en-US" sz="1500" i="1" dirty="0">
                <a:latin typeface="+mj-lt"/>
                <a:ea typeface="Arial" panose="020B0604020202020204" pitchFamily="34" charset="0"/>
              </a:rPr>
              <a:t> </a:t>
            </a:r>
            <a:r>
              <a:rPr lang="en-US" sz="1500" i="1" dirty="0" err="1">
                <a:latin typeface="+mj-lt"/>
                <a:ea typeface="Arial" panose="020B0604020202020204" pitchFamily="34" charset="0"/>
              </a:rPr>
              <a:t>vỏ</a:t>
            </a:r>
            <a:r>
              <a:rPr lang="en-US" sz="1500" i="1" dirty="0">
                <a:latin typeface="+mj-lt"/>
                <a:ea typeface="Arial" panose="020B0604020202020204" pitchFamily="34" charset="0"/>
              </a:rPr>
              <a:t> </a:t>
            </a:r>
            <a:r>
              <a:rPr lang="en-US" sz="1500" i="1" dirty="0" err="1">
                <a:latin typeface="+mj-lt"/>
                <a:ea typeface="Arial" panose="020B0604020202020204" pitchFamily="34" charset="0"/>
              </a:rPr>
              <a:t>hộp</a:t>
            </a:r>
            <a:r>
              <a:rPr lang="en-US" sz="1500" i="1" dirty="0">
                <a:latin typeface="+mj-lt"/>
                <a:ea typeface="Arial" panose="020B0604020202020204" pitchFamily="34" charset="0"/>
              </a:rPr>
              <a:t> </a:t>
            </a:r>
            <a:r>
              <a:rPr lang="en-US" sz="1500" i="1" dirty="0" err="1">
                <a:latin typeface="+mj-lt"/>
                <a:ea typeface="Arial" panose="020B0604020202020204" pitchFamily="34" charset="0"/>
              </a:rPr>
              <a:t>thực</a:t>
            </a:r>
            <a:r>
              <a:rPr lang="en-US" sz="1500" i="1" dirty="0">
                <a:latin typeface="+mj-lt"/>
                <a:ea typeface="Arial" panose="020B0604020202020204" pitchFamily="34" charset="0"/>
              </a:rPr>
              <a:t> </a:t>
            </a:r>
            <a:r>
              <a:rPr lang="en-US" sz="1500" i="1" dirty="0" err="1">
                <a:latin typeface="+mj-lt"/>
                <a:ea typeface="Arial" panose="020B0604020202020204" pitchFamily="34" charset="0"/>
              </a:rPr>
              <a:t>phẩm</a:t>
            </a:r>
            <a:endParaRPr lang="en-US" i="1" dirty="0">
              <a:latin typeface="+mj-lt"/>
            </a:endParaRPr>
          </a:p>
        </p:txBody>
      </p:sp>
      <p:sp>
        <p:nvSpPr>
          <p:cNvPr id="4" name="Slide Number Placeholder 3">
            <a:extLst>
              <a:ext uri="{FF2B5EF4-FFF2-40B4-BE49-F238E27FC236}">
                <a16:creationId xmlns:a16="http://schemas.microsoft.com/office/drawing/2014/main" id="{6A23A28E-26B1-4E79-84BA-60B6ED4C032A}"/>
              </a:ext>
            </a:extLst>
          </p:cNvPr>
          <p:cNvSpPr>
            <a:spLocks noGrp="1"/>
          </p:cNvSpPr>
          <p:nvPr>
            <p:ph type="sldNum" sz="quarter" idx="11"/>
          </p:nvPr>
        </p:nvSpPr>
        <p:spPr/>
        <p:txBody>
          <a:bodyPr/>
          <a:lstStyle/>
          <a:p>
            <a:pPr>
              <a:defRPr/>
            </a:pPr>
            <a:fld id="{E9BFE15A-3346-4571-882B-EB624BC8BD4C}" type="slidenum">
              <a:rPr lang="en-US" smtClean="0"/>
              <a:pPr>
                <a:defRPr/>
              </a:pPr>
              <a:t>32</a:t>
            </a:fld>
            <a:endParaRPr lang="en-US" dirty="0"/>
          </a:p>
        </p:txBody>
      </p:sp>
    </p:spTree>
    <p:extLst>
      <p:ext uri="{BB962C8B-B14F-4D97-AF65-F5344CB8AC3E}">
        <p14:creationId xmlns:p14="http://schemas.microsoft.com/office/powerpoint/2010/main" val="33918746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40C08C-A542-4A4C-85C1-E1EAAC2224B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5555" r="14445"/>
          <a:stretch/>
        </p:blipFill>
        <p:spPr>
          <a:xfrm>
            <a:off x="4568687" y="1371600"/>
            <a:ext cx="4451131" cy="3352800"/>
          </a:xfrm>
          <a:prstGeom prst="rect">
            <a:avLst/>
          </a:prstGeom>
        </p:spPr>
      </p:pic>
      <p:pic>
        <p:nvPicPr>
          <p:cNvPr id="11" name="Picture 10">
            <a:extLst>
              <a:ext uri="{FF2B5EF4-FFF2-40B4-BE49-F238E27FC236}">
                <a16:creationId xmlns:a16="http://schemas.microsoft.com/office/drawing/2014/main" id="{B562D827-593C-493F-9909-BB9739BC71D3}"/>
              </a:ext>
            </a:extLst>
          </p:cNvPr>
          <p:cNvPicPr>
            <a:picLocks noChangeAspect="1"/>
          </p:cNvPicPr>
          <p:nvPr/>
        </p:nvPicPr>
        <p:blipFill rotWithShape="1">
          <a:blip r:embed="rId3">
            <a:extLst>
              <a:ext uri="{28A0092B-C50C-407E-A947-70E740481C1C}">
                <a14:useLocalDpi xmlns:a14="http://schemas.microsoft.com/office/drawing/2010/main" val="0"/>
              </a:ext>
            </a:extLst>
          </a:blip>
          <a:srcRect l="4973" t="2222" r="4975" b="6666"/>
          <a:stretch/>
        </p:blipFill>
        <p:spPr>
          <a:xfrm>
            <a:off x="478047" y="533400"/>
            <a:ext cx="4090640" cy="54102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cdb2004117gl">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000000"/>
        </a:dk1>
        <a:lt1>
          <a:srgbClr val="FFFFFF"/>
        </a:lt1>
        <a:dk2>
          <a:srgbClr val="000798"/>
        </a:dk2>
        <a:lt2>
          <a:srgbClr val="B2B2B2"/>
        </a:lt2>
        <a:accent1>
          <a:srgbClr val="1B33E7"/>
        </a:accent1>
        <a:accent2>
          <a:srgbClr val="6699FF"/>
        </a:accent2>
        <a:accent3>
          <a:srgbClr val="FFFFFF"/>
        </a:accent3>
        <a:accent4>
          <a:srgbClr val="000000"/>
        </a:accent4>
        <a:accent5>
          <a:srgbClr val="ABADF1"/>
        </a:accent5>
        <a:accent6>
          <a:srgbClr val="5C8AE7"/>
        </a:accent6>
        <a:hlink>
          <a:srgbClr val="99CCFF"/>
        </a:hlink>
        <a:folHlink>
          <a:srgbClr val="3366CC"/>
        </a:folHlink>
      </a:clrScheme>
      <a:clrMap bg1="lt1" tx1="dk1" bg2="lt2" tx2="dk2" accent1="accent1" accent2="accent2" accent3="accent3" accent4="accent4" accent5="accent5" accent6="accent6" hlink="hlink" folHlink="folHlink"/>
    </a:extraClrScheme>
    <a:extraClrScheme>
      <a:clrScheme name="sample 2">
        <a:dk1>
          <a:srgbClr val="000000"/>
        </a:dk1>
        <a:lt1>
          <a:srgbClr val="FFFFFF"/>
        </a:lt1>
        <a:dk2>
          <a:srgbClr val="094332"/>
        </a:dk2>
        <a:lt2>
          <a:srgbClr val="B2B2B2"/>
        </a:lt2>
        <a:accent1>
          <a:srgbClr val="0D6531"/>
        </a:accent1>
        <a:accent2>
          <a:srgbClr val="39AF6E"/>
        </a:accent2>
        <a:accent3>
          <a:srgbClr val="FFFFFF"/>
        </a:accent3>
        <a:accent4>
          <a:srgbClr val="000000"/>
        </a:accent4>
        <a:accent5>
          <a:srgbClr val="AAB8AD"/>
        </a:accent5>
        <a:accent6>
          <a:srgbClr val="339E63"/>
        </a:accent6>
        <a:hlink>
          <a:srgbClr val="93E1A0"/>
        </a:hlink>
        <a:folHlink>
          <a:srgbClr val="1D834B"/>
        </a:folHlink>
      </a:clrScheme>
      <a:clrMap bg1="lt1" tx1="dk1" bg2="lt2" tx2="dk2" accent1="accent1" accent2="accent2" accent3="accent3" accent4="accent4" accent5="accent5" accent6="accent6" hlink="hlink" folHlink="folHlink"/>
    </a:extraClrScheme>
    <a:extraClrScheme>
      <a:clrScheme name="sample 3">
        <a:dk1>
          <a:srgbClr val="000000"/>
        </a:dk1>
        <a:lt1>
          <a:srgbClr val="FFFFFF"/>
        </a:lt1>
        <a:dk2>
          <a:srgbClr val="275CA3"/>
        </a:dk2>
        <a:lt2>
          <a:srgbClr val="C0C0C0"/>
        </a:lt2>
        <a:accent1>
          <a:srgbClr val="529EBC"/>
        </a:accent1>
        <a:accent2>
          <a:srgbClr val="55BEE3"/>
        </a:accent2>
        <a:accent3>
          <a:srgbClr val="FFFFFF"/>
        </a:accent3>
        <a:accent4>
          <a:srgbClr val="000000"/>
        </a:accent4>
        <a:accent5>
          <a:srgbClr val="B3CCDA"/>
        </a:accent5>
        <a:accent6>
          <a:srgbClr val="4CACCE"/>
        </a:accent6>
        <a:hlink>
          <a:srgbClr val="9FD4F1"/>
        </a:hlink>
        <a:folHlink>
          <a:srgbClr val="0099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cdb2004117gl</Template>
  <TotalTime>6821</TotalTime>
  <Words>3018</Words>
  <Application>Microsoft Office PowerPoint</Application>
  <PresentationFormat>On-screen Show (4:3)</PresentationFormat>
  <Paragraphs>459</Paragraphs>
  <Slides>33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Times New Roman</vt:lpstr>
      <vt:lpstr>Verdana</vt:lpstr>
      <vt:lpstr>Wingdings</vt:lpstr>
      <vt:lpstr>cdb2004117gl</vt:lpstr>
      <vt:lpstr>Nghiên cứu và ứng dụng trí tuệ nhân tạo Xây dựng Hệ thống hỗ trợ người khiếm thị tiếp cận các nguồn thông tin qua điện thoại</vt:lpstr>
      <vt:lpstr>PowerPoint Presentation</vt:lpstr>
      <vt:lpstr>Nội dung báo cáo</vt:lpstr>
      <vt:lpstr>Nội dung báo cáo</vt:lpstr>
      <vt:lpstr>1. Năng lực của tổ chức chủ trì</vt:lpstr>
      <vt:lpstr>Nhóm thực hiện đề tài</vt:lpstr>
      <vt:lpstr>Nội dung báo cáo</vt:lpstr>
      <vt:lpstr>2. Nghiên cứu trong và ngoài nước</vt:lpstr>
      <vt:lpstr>Ứng dụng di động</vt:lpstr>
      <vt:lpstr>Ứng dụng di động</vt:lpstr>
      <vt:lpstr>Ứng dụng di động</vt:lpstr>
      <vt:lpstr>Ứng dụng di động</vt:lpstr>
      <vt:lpstr>Phù hợp với chủ trương của UBND TPHCM</vt:lpstr>
      <vt:lpstr>Nội dung báo cáo</vt:lpstr>
      <vt:lpstr>3 Nội dung nghiên cứu</vt:lpstr>
      <vt:lpstr>4. Kế hoạch thực hiện và dự toán kinh phí</vt:lpstr>
      <vt:lpstr>Dự toán kinh phí</vt:lpstr>
      <vt:lpstr>3.1 Nội dung nghiên cứu</vt:lpstr>
      <vt:lpstr>3.2. Phương pháp nghiên cứu</vt:lpstr>
      <vt:lpstr>Các công nghệ AI và tích hợp ứng dụng</vt:lpstr>
      <vt:lpstr>Nhận dạng ký tự quang học (OCR)</vt:lpstr>
      <vt:lpstr>Tiền xử lý và phân tích cấu trúc</vt:lpstr>
      <vt:lpstr>Nhận dạng ký tự quang học (OCR)</vt:lpstr>
      <vt:lpstr>Nhận dạng ký tự quang học (OCR)</vt:lpstr>
      <vt:lpstr>Truy vấn thông tin (Information Retrieval)</vt:lpstr>
      <vt:lpstr>Mô hình nhận dạng âm thanh (STT)</vt:lpstr>
      <vt:lpstr>Mô hình nhận dạng âm thanh (STT)</vt:lpstr>
      <vt:lpstr>Tổng hợp âm thanh (TTS)</vt:lpstr>
      <vt:lpstr>Nhận dạng đối tượng</vt:lpstr>
      <vt:lpstr>Nhận dạng màu sắc</vt:lpstr>
      <vt:lpstr>Nghiên cứu tương tác người dùng - ứng dụng</vt:lpstr>
      <vt:lpstr>2.1 Mục tiêu nhiệm vụ</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Ha Nguyen</dc:creator>
  <cp:lastModifiedBy>Hương Đinh Thị Thu</cp:lastModifiedBy>
  <cp:revision>957</cp:revision>
  <dcterms:created xsi:type="dcterms:W3CDTF">2011-05-11T09:55:35Z</dcterms:created>
  <dcterms:modified xsi:type="dcterms:W3CDTF">2024-01-18T09:33:27Z</dcterms:modified>
</cp:coreProperties>
</file>